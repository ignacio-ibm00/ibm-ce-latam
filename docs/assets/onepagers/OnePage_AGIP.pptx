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
  </p:notesMasterIdLst>
  <p:sldIdLst>
    <p:sldId id="2147377307" r:id="rId2"/>
  </p:sldIdLst>
  <p:sldSz cx="9144000" cy="5143500" type="screen16x9"/>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1pPr>
    <a:lvl2pPr marL="0" marR="0" indent="34299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2pPr>
    <a:lvl3pPr marL="0" marR="0" indent="685982"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3pPr>
    <a:lvl4pPr marL="0" marR="0" indent="1028974"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4pPr>
    <a:lvl5pPr marL="0" marR="0" indent="1371965"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5pPr>
    <a:lvl6pPr marL="0" marR="0" indent="1714956"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6pPr>
    <a:lvl7pPr marL="0" marR="0" indent="2057948"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7pPr>
    <a:lvl8pPr marL="0" marR="0" indent="240094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8pPr>
    <a:lvl9pPr marL="0" marR="0" indent="274393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5D363DE-F244-B698-D796-C1CEEBFBDC83}" name="Rachel Reinitz" initials="RR" userId="S::rreinitz@us.ibm.com::b6806adc-ca99-4dc1-a246-dabb4601d073" providerId="AD"/>
  <p188:author id="{6CFCABE5-C16E-5BE4-9A52-EB7B1048B0E0}" name="Sarah Duston" initials="SD" userId="S::sarah.duston@ibm.com::3934d1f4-e10b-4965-a5a8-a474adbe23c4"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FA4D5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FFFFFF"/>
        </a:fontRef>
        <a:srgbClr val="FFFFFF"/>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CACCDE"/>
          </a:solidFill>
        </a:fill>
      </a:tcStyle>
    </a:wholeTbl>
    <a:band2H>
      <a:tcTxStyle/>
      <a:tcStyle>
        <a:tcBdr/>
        <a:fill>
          <a:solidFill>
            <a:srgbClr val="E6E7E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1"/>
          </a:solidFill>
        </a:fill>
      </a:tcStyle>
    </a:firstRow>
  </a:tblStyle>
  <a:tblStyle styleId="{C7B018BB-80A7-4F77-B60F-C8B233D01FF8}" styleName="">
    <a:tblBg/>
    <a:wholeTbl>
      <a:tcTxStyle b="off" i="off">
        <a:fontRef idx="major">
          <a:srgbClr val="FFFFFF"/>
        </a:fontRef>
        <a:srgbClr val="FFFFFF"/>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D8EDFF"/>
          </a:solidFill>
        </a:fill>
      </a:tcStyle>
    </a:wholeTbl>
    <a:band2H>
      <a:tcTxStyle/>
      <a:tcStyle>
        <a:tcBdr/>
        <a:fill>
          <a:solidFill>
            <a:srgbClr val="ECF6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3"/>
          </a:solidFill>
        </a:fill>
      </a:tcStyle>
    </a:firstRow>
  </a:tblStyle>
  <a:tblStyle styleId="{EEE7283C-3CF3-47DC-8721-378D4A62B228}" styleName="">
    <a:tblBg/>
    <a:wholeTbl>
      <a:tcTxStyle b="off" i="off">
        <a:fontRef idx="major">
          <a:srgbClr val="FFFFFF"/>
        </a:fontRef>
        <a:srgbClr val="FFFFFF"/>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EFBF0"/>
          </a:solidFill>
        </a:fill>
      </a:tcStyle>
    </a:wholeTbl>
    <a:band2H>
      <a:tcTxStyle/>
      <a:tcStyle>
        <a:tcBdr/>
        <a:fill>
          <a:solidFill>
            <a:srgbClr val="FEFDF7"/>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chemeClr val="accent6"/>
          </a:solidFill>
        </a:fill>
      </a:tcStyle>
    </a:firstRow>
  </a:tblStyle>
  <a:tblStyle styleId="{CF821DB8-F4EB-4A41-A1BA-3FCAFE7338EE}" styleName="">
    <a:tblBg/>
    <a:wholeTbl>
      <a:tcTxStyle b="off"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000000"/>
          </a:solidFill>
        </a:fill>
      </a:tcStyle>
    </a:band2H>
    <a:firstCol>
      <a:tcTxStyle b="on"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FFFFFF"/>
        </a:fontRef>
        <a:srgbClr val="FFFFFF"/>
      </a:tcTxStyle>
      <a:tcStyle>
        <a:tcBdr>
          <a:left>
            <a:ln w="12700" cap="flat">
              <a:noFill/>
              <a:miter lim="400000"/>
            </a:ln>
          </a:left>
          <a:right>
            <a:ln w="12700" cap="flat">
              <a:noFill/>
              <a:miter lim="400000"/>
            </a:ln>
          </a:right>
          <a:top>
            <a:ln w="50800" cap="flat">
              <a:solidFill>
                <a:srgbClr val="FFFFFF"/>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rgbClr val="000000"/>
          </a:solidFill>
        </a:fill>
      </a:tcStyle>
    </a:lastRow>
    <a:firstRow>
      <a:tcTxStyle b="on" i="off">
        <a:fontRef idx="major">
          <a:srgbClr val="000000"/>
        </a:fontRef>
        <a:srgbClr val="000000"/>
      </a:tcTxStyle>
      <a:tcStyle>
        <a:tcBdr>
          <a:left>
            <a:ln w="12700" cap="flat">
              <a:noFill/>
              <a:miter lim="400000"/>
            </a:ln>
          </a:left>
          <a:right>
            <a:ln w="12700" cap="flat">
              <a:noFill/>
              <a:miter lim="400000"/>
            </a:ln>
          </a:right>
          <a:top>
            <a:ln w="25400" cap="flat">
              <a:solidFill>
                <a:srgbClr val="FFFFFF"/>
              </a:solidFill>
              <a:prstDash val="solid"/>
              <a:round/>
            </a:ln>
          </a:top>
          <a:bottom>
            <a:ln w="25400" cap="flat">
              <a:solidFill>
                <a:srgbClr val="FFFFFF"/>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FFFFFF"/>
        </a:fontRef>
        <a:srgbClr val="FFFFFF"/>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381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solid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381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FFFFFF"/>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vertBarState="minimized" horzBarState="maximized">
    <p:restoredLeft sz="5854"/>
    <p:restoredTop sz="95694"/>
  </p:normalViewPr>
  <p:slideViewPr>
    <p:cSldViewPr snapToGrid="0">
      <p:cViewPr>
        <p:scale>
          <a:sx n="151" d="100"/>
          <a:sy n="151" d="100"/>
        </p:scale>
        <p:origin x="1368" y="1184"/>
      </p:cViewPr>
      <p:guideLst/>
    </p:cSldViewPr>
  </p:slideViewPr>
  <p:notesTextViewPr>
    <p:cViewPr>
      <p:scale>
        <a:sx n="1" d="1"/>
        <a:sy n="1" d="1"/>
      </p:scale>
      <p:origin x="0" y="0"/>
    </p:cViewPr>
  </p:notesTextViewPr>
  <p:sorterViewPr>
    <p:cViewPr>
      <p:scale>
        <a:sx n="200" d="100"/>
        <a:sy n="200" d="100"/>
      </p:scale>
      <p:origin x="0" y="0"/>
    </p:cViewPr>
  </p:sorterViewPr>
  <p:gridSpacing cx="76200" cy="76200"/>
</p:viewPr>
</file>

<file path=ppt/_rels/presentation.xml.rels><?xml version="1.0" encoding="UTF-8" standalone="yes"?>
<Relationships xmlns="http://schemas.openxmlformats.org/package/2006/relationships"><Relationship Id="rId8" Type="http://schemas.microsoft.com/office/2018/10/relationships/authors" Target="authors.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08" name="Shape 1008"/>
          <p:cNvSpPr>
            <a:spLocks noGrp="1" noRot="1" noChangeAspect="1"/>
          </p:cNvSpPr>
          <p:nvPr>
            <p:ph type="sldImg"/>
          </p:nvPr>
        </p:nvSpPr>
        <p:spPr>
          <a:xfrm>
            <a:off x="1143000" y="685800"/>
            <a:ext cx="4572000" cy="3429000"/>
          </a:xfrm>
          <a:prstGeom prst="rect">
            <a:avLst/>
          </a:prstGeom>
        </p:spPr>
        <p:txBody>
          <a:bodyPr/>
          <a:lstStyle/>
          <a:p>
            <a:endParaRPr/>
          </a:p>
        </p:txBody>
      </p:sp>
      <p:sp>
        <p:nvSpPr>
          <p:cNvPr id="1009" name="Shape 1009"/>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spcBef>
        <a:spcPts val="600"/>
      </a:spcBef>
      <a:defRPr sz="1000">
        <a:latin typeface="+mj-lt"/>
        <a:ea typeface="+mj-ea"/>
        <a:cs typeface="+mj-cs"/>
        <a:sym typeface="IBM Plex Sans Light"/>
      </a:defRPr>
    </a:lvl1pPr>
    <a:lvl2pPr indent="228600" latinLnBrk="0">
      <a:spcBef>
        <a:spcPts val="600"/>
      </a:spcBef>
      <a:defRPr sz="1000">
        <a:latin typeface="+mj-lt"/>
        <a:ea typeface="+mj-ea"/>
        <a:cs typeface="+mj-cs"/>
        <a:sym typeface="IBM Plex Sans Light"/>
      </a:defRPr>
    </a:lvl2pPr>
    <a:lvl3pPr indent="457200" latinLnBrk="0">
      <a:spcBef>
        <a:spcPts val="600"/>
      </a:spcBef>
      <a:defRPr sz="1000">
        <a:latin typeface="+mj-lt"/>
        <a:ea typeface="+mj-ea"/>
        <a:cs typeface="+mj-cs"/>
        <a:sym typeface="IBM Plex Sans Light"/>
      </a:defRPr>
    </a:lvl3pPr>
    <a:lvl4pPr indent="685800" latinLnBrk="0">
      <a:spcBef>
        <a:spcPts val="600"/>
      </a:spcBef>
      <a:defRPr sz="1000">
        <a:latin typeface="+mj-lt"/>
        <a:ea typeface="+mj-ea"/>
        <a:cs typeface="+mj-cs"/>
        <a:sym typeface="IBM Plex Sans Light"/>
      </a:defRPr>
    </a:lvl4pPr>
    <a:lvl5pPr indent="914400" latinLnBrk="0">
      <a:spcBef>
        <a:spcPts val="600"/>
      </a:spcBef>
      <a:defRPr sz="1000">
        <a:latin typeface="+mj-lt"/>
        <a:ea typeface="+mj-ea"/>
        <a:cs typeface="+mj-cs"/>
        <a:sym typeface="IBM Plex Sans Light"/>
      </a:defRPr>
    </a:lvl5pPr>
    <a:lvl6pPr indent="1143000" latinLnBrk="0">
      <a:spcBef>
        <a:spcPts val="600"/>
      </a:spcBef>
      <a:defRPr sz="1000">
        <a:latin typeface="+mj-lt"/>
        <a:ea typeface="+mj-ea"/>
        <a:cs typeface="+mj-cs"/>
        <a:sym typeface="IBM Plex Sans Light"/>
      </a:defRPr>
    </a:lvl6pPr>
    <a:lvl7pPr indent="1371600" latinLnBrk="0">
      <a:spcBef>
        <a:spcPts val="600"/>
      </a:spcBef>
      <a:defRPr sz="1000">
        <a:latin typeface="+mj-lt"/>
        <a:ea typeface="+mj-ea"/>
        <a:cs typeface="+mj-cs"/>
        <a:sym typeface="IBM Plex Sans Light"/>
      </a:defRPr>
    </a:lvl7pPr>
    <a:lvl8pPr indent="1600200" latinLnBrk="0">
      <a:spcBef>
        <a:spcPts val="600"/>
      </a:spcBef>
      <a:defRPr sz="1000">
        <a:latin typeface="+mj-lt"/>
        <a:ea typeface="+mj-ea"/>
        <a:cs typeface="+mj-cs"/>
        <a:sym typeface="IBM Plex Sans Light"/>
      </a:defRPr>
    </a:lvl8pPr>
    <a:lvl9pPr indent="1828800" latinLnBrk="0">
      <a:spcBef>
        <a:spcPts val="600"/>
      </a:spcBef>
      <a:defRPr sz="1000">
        <a:latin typeface="+mj-lt"/>
        <a:ea typeface="+mj-ea"/>
        <a:cs typeface="+mj-cs"/>
        <a:sym typeface="IBM Plex Sans Light"/>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1" name="Shape 1191"/>
          <p:cNvSpPr>
            <a:spLocks noGrp="1" noRot="1" noChangeAspect="1"/>
          </p:cNvSpPr>
          <p:nvPr>
            <p:ph type="sldImg"/>
          </p:nvPr>
        </p:nvSpPr>
        <p:spPr>
          <a:xfrm>
            <a:off x="381000" y="685800"/>
            <a:ext cx="6096000" cy="3429000"/>
          </a:xfrm>
          <a:prstGeom prst="rect">
            <a:avLst/>
          </a:prstGeom>
        </p:spPr>
        <p:txBody>
          <a:bodyPr/>
          <a:lstStyle/>
          <a:p>
            <a:endParaRPr/>
          </a:p>
        </p:txBody>
      </p:sp>
      <p:sp>
        <p:nvSpPr>
          <p:cNvPr id="1192" name="Shape 1192"/>
          <p:cNvSpPr>
            <a:spLocks noGrp="1"/>
          </p:cNvSpPr>
          <p:nvPr>
            <p:ph type="body" sz="quarter" idx="1"/>
          </p:nvPr>
        </p:nvSpPr>
        <p:spPr>
          <a:prstGeom prst="rect">
            <a:avLst/>
          </a:prstGeom>
        </p:spPr>
        <p:txBody>
          <a:bodyPr/>
          <a:lstStyle/>
          <a:p>
            <a:endParaRPr/>
          </a:p>
        </p:txBody>
      </p:sp>
    </p:spTree>
    <p:extLst>
      <p:ext uri="{BB962C8B-B14F-4D97-AF65-F5344CB8AC3E}">
        <p14:creationId xmlns:p14="http://schemas.microsoft.com/office/powerpoint/2010/main" val="193754153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x">
  <p:cSld name="1_cover">
    <p:spTree>
      <p:nvGrpSpPr>
        <p:cNvPr id="1" name=""/>
        <p:cNvGrpSpPr/>
        <p:nvPr/>
      </p:nvGrpSpPr>
      <p:grpSpPr>
        <a:xfrm>
          <a:off x="0" y="0"/>
          <a:ext cx="0" cy="0"/>
          <a:chOff x="0" y="0"/>
          <a:chExt cx="0" cy="0"/>
        </a:xfrm>
      </p:grpSpPr>
      <p:sp>
        <p:nvSpPr>
          <p:cNvPr id="56" name="Title Text"/>
          <p:cNvSpPr txBox="1">
            <a:spLocks noGrp="1"/>
          </p:cNvSpPr>
          <p:nvPr>
            <p:ph type="title"/>
          </p:nvPr>
        </p:nvSpPr>
        <p:spPr>
          <a:xfrm>
            <a:off x="210311" y="127000"/>
            <a:ext cx="4142234" cy="4294633"/>
          </a:xfrm>
          <a:prstGeom prst="rect">
            <a:avLst/>
          </a:prstGeom>
        </p:spPr>
        <p:txBody>
          <a:bodyPr/>
          <a:lstStyle>
            <a:lvl1pPr>
              <a:defRPr>
                <a:solidFill>
                  <a:schemeClr val="accent2"/>
                </a:solidFill>
              </a:defRPr>
            </a:lvl1pPr>
          </a:lstStyle>
          <a:p>
            <a:r>
              <a:t>Title Text</a:t>
            </a:r>
          </a:p>
        </p:txBody>
      </p:sp>
      <p:pic>
        <p:nvPicPr>
          <p:cNvPr id="57" name="Picture" descr="Picture"/>
          <p:cNvPicPr>
            <a:picLocks noChangeAspect="1"/>
          </p:cNvPicPr>
          <p:nvPr/>
        </p:nvPicPr>
        <p:blipFill>
          <a:blip r:embed="rId2"/>
          <a:stretch>
            <a:fillRect/>
          </a:stretch>
        </p:blipFill>
        <p:spPr>
          <a:xfrm>
            <a:off x="8393813" y="4705253"/>
            <a:ext cx="521588" cy="208109"/>
          </a:xfrm>
          <a:prstGeom prst="rect">
            <a:avLst/>
          </a:prstGeom>
          <a:ln w="12700">
            <a:miter lim="400000"/>
          </a:ln>
        </p:spPr>
      </p:pic>
      <p:sp>
        <p:nvSpPr>
          <p:cNvPr id="5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cover, image 1">
    <p:spTree>
      <p:nvGrpSpPr>
        <p:cNvPr id="1" name=""/>
        <p:cNvGrpSpPr/>
        <p:nvPr/>
      </p:nvGrpSpPr>
      <p:grpSpPr>
        <a:xfrm>
          <a:off x="0" y="0"/>
          <a:ext cx="0" cy="0"/>
          <a:chOff x="0" y="0"/>
          <a:chExt cx="0" cy="0"/>
        </a:xfrm>
      </p:grpSpPr>
      <p:pic>
        <p:nvPicPr>
          <p:cNvPr id="65" name="Picture 7" descr="Picture 7"/>
          <p:cNvPicPr>
            <a:picLocks noChangeAspect="1"/>
          </p:cNvPicPr>
          <p:nvPr/>
        </p:nvPicPr>
        <p:blipFill>
          <a:blip r:embed="rId2"/>
          <a:stretch>
            <a:fillRect/>
          </a:stretch>
        </p:blipFill>
        <p:spPr>
          <a:xfrm>
            <a:off x="5226" y="456"/>
            <a:ext cx="9133548" cy="5142586"/>
          </a:xfrm>
          <a:prstGeom prst="rect">
            <a:avLst/>
          </a:prstGeom>
          <a:ln w="12700">
            <a:miter lim="400000"/>
          </a:ln>
        </p:spPr>
      </p:pic>
      <p:sp>
        <p:nvSpPr>
          <p:cNvPr id="6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6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6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cover, image 2">
    <p:spTree>
      <p:nvGrpSpPr>
        <p:cNvPr id="1" name=""/>
        <p:cNvGrpSpPr/>
        <p:nvPr/>
      </p:nvGrpSpPr>
      <p:grpSpPr>
        <a:xfrm>
          <a:off x="0" y="0"/>
          <a:ext cx="0" cy="0"/>
          <a:chOff x="0" y="0"/>
          <a:chExt cx="0" cy="0"/>
        </a:xfrm>
      </p:grpSpPr>
      <p:pic>
        <p:nvPicPr>
          <p:cNvPr id="75" name="Picture 7" descr="Picture 7"/>
          <p:cNvPicPr>
            <a:picLocks noChangeAspect="1"/>
          </p:cNvPicPr>
          <p:nvPr/>
        </p:nvPicPr>
        <p:blipFill>
          <a:blip r:embed="rId2"/>
          <a:stretch>
            <a:fillRect/>
          </a:stretch>
        </p:blipFill>
        <p:spPr>
          <a:xfrm>
            <a:off x="5226" y="456"/>
            <a:ext cx="9133548" cy="5142586"/>
          </a:xfrm>
          <a:prstGeom prst="rect">
            <a:avLst/>
          </a:prstGeom>
          <a:ln w="12700">
            <a:miter lim="400000"/>
          </a:ln>
        </p:spPr>
      </p:pic>
      <p:sp>
        <p:nvSpPr>
          <p:cNvPr id="7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7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7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cover, image 3">
    <p:spTree>
      <p:nvGrpSpPr>
        <p:cNvPr id="1" name=""/>
        <p:cNvGrpSpPr/>
        <p:nvPr/>
      </p:nvGrpSpPr>
      <p:grpSpPr>
        <a:xfrm>
          <a:off x="0" y="0"/>
          <a:ext cx="0" cy="0"/>
          <a:chOff x="0" y="0"/>
          <a:chExt cx="0" cy="0"/>
        </a:xfrm>
      </p:grpSpPr>
      <p:pic>
        <p:nvPicPr>
          <p:cNvPr id="85" name="Picture 7" descr="Picture 7"/>
          <p:cNvPicPr>
            <a:picLocks noChangeAspect="1"/>
          </p:cNvPicPr>
          <p:nvPr/>
        </p:nvPicPr>
        <p:blipFill>
          <a:blip r:embed="rId2"/>
          <a:stretch>
            <a:fillRect/>
          </a:stretch>
        </p:blipFill>
        <p:spPr>
          <a:xfrm>
            <a:off x="5227" y="456"/>
            <a:ext cx="9133547" cy="5142586"/>
          </a:xfrm>
          <a:prstGeom prst="rect">
            <a:avLst/>
          </a:prstGeom>
          <a:ln w="12700">
            <a:miter lim="400000"/>
          </a:ln>
        </p:spPr>
      </p:pic>
      <p:sp>
        <p:nvSpPr>
          <p:cNvPr id="8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8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8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over, image 4">
    <p:spTree>
      <p:nvGrpSpPr>
        <p:cNvPr id="1" name=""/>
        <p:cNvGrpSpPr/>
        <p:nvPr/>
      </p:nvGrpSpPr>
      <p:grpSpPr>
        <a:xfrm>
          <a:off x="0" y="0"/>
          <a:ext cx="0" cy="0"/>
          <a:chOff x="0" y="0"/>
          <a:chExt cx="0" cy="0"/>
        </a:xfrm>
      </p:grpSpPr>
      <p:pic>
        <p:nvPicPr>
          <p:cNvPr id="95" name="Picture 7" descr="Picture 7"/>
          <p:cNvPicPr>
            <a:picLocks noChangeAspect="1"/>
          </p:cNvPicPr>
          <p:nvPr/>
        </p:nvPicPr>
        <p:blipFill>
          <a:blip r:embed="rId2"/>
          <a:stretch>
            <a:fillRect/>
          </a:stretch>
        </p:blipFill>
        <p:spPr>
          <a:xfrm>
            <a:off x="5227" y="456"/>
            <a:ext cx="9133547" cy="5142585"/>
          </a:xfrm>
          <a:prstGeom prst="rect">
            <a:avLst/>
          </a:prstGeom>
          <a:ln w="12700">
            <a:miter lim="400000"/>
          </a:ln>
        </p:spPr>
      </p:pic>
      <p:sp>
        <p:nvSpPr>
          <p:cNvPr id="9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9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9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cover, image 5">
    <p:spTree>
      <p:nvGrpSpPr>
        <p:cNvPr id="1" name=""/>
        <p:cNvGrpSpPr/>
        <p:nvPr/>
      </p:nvGrpSpPr>
      <p:grpSpPr>
        <a:xfrm>
          <a:off x="0" y="0"/>
          <a:ext cx="0" cy="0"/>
          <a:chOff x="0" y="0"/>
          <a:chExt cx="0" cy="0"/>
        </a:xfrm>
      </p:grpSpPr>
      <p:pic>
        <p:nvPicPr>
          <p:cNvPr id="105" name="Picture 4" descr="Picture 4"/>
          <p:cNvPicPr>
            <a:picLocks noChangeAspect="1"/>
          </p:cNvPicPr>
          <p:nvPr/>
        </p:nvPicPr>
        <p:blipFill>
          <a:blip r:embed="rId2"/>
          <a:stretch>
            <a:fillRect/>
          </a:stretch>
        </p:blipFill>
        <p:spPr>
          <a:xfrm>
            <a:off x="0" y="0"/>
            <a:ext cx="9144000" cy="5148470"/>
          </a:xfrm>
          <a:prstGeom prst="rect">
            <a:avLst/>
          </a:prstGeom>
          <a:ln w="12700">
            <a:miter lim="400000"/>
          </a:ln>
        </p:spPr>
      </p:pic>
      <p:sp>
        <p:nvSpPr>
          <p:cNvPr id="10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10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10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cover, image 6">
    <p:spTree>
      <p:nvGrpSpPr>
        <p:cNvPr id="1" name=""/>
        <p:cNvGrpSpPr/>
        <p:nvPr/>
      </p:nvGrpSpPr>
      <p:grpSpPr>
        <a:xfrm>
          <a:off x="0" y="0"/>
          <a:ext cx="0" cy="0"/>
          <a:chOff x="0" y="0"/>
          <a:chExt cx="0" cy="0"/>
        </a:xfrm>
      </p:grpSpPr>
      <p:pic>
        <p:nvPicPr>
          <p:cNvPr id="115" name="Picture 4" descr="Picture 4"/>
          <p:cNvPicPr>
            <a:picLocks noChangeAspect="1"/>
          </p:cNvPicPr>
          <p:nvPr/>
        </p:nvPicPr>
        <p:blipFill>
          <a:blip r:embed="rId2"/>
          <a:stretch>
            <a:fillRect/>
          </a:stretch>
        </p:blipFill>
        <p:spPr>
          <a:xfrm>
            <a:off x="-1513" y="3810"/>
            <a:ext cx="9128407" cy="5139691"/>
          </a:xfrm>
          <a:prstGeom prst="rect">
            <a:avLst/>
          </a:prstGeom>
          <a:ln w="12700">
            <a:miter lim="400000"/>
          </a:ln>
        </p:spPr>
      </p:pic>
      <p:sp>
        <p:nvSpPr>
          <p:cNvPr id="11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11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11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cover, image 7">
    <p:spTree>
      <p:nvGrpSpPr>
        <p:cNvPr id="1" name=""/>
        <p:cNvGrpSpPr/>
        <p:nvPr/>
      </p:nvGrpSpPr>
      <p:grpSpPr>
        <a:xfrm>
          <a:off x="0" y="0"/>
          <a:ext cx="0" cy="0"/>
          <a:chOff x="0" y="0"/>
          <a:chExt cx="0" cy="0"/>
        </a:xfrm>
      </p:grpSpPr>
      <p:pic>
        <p:nvPicPr>
          <p:cNvPr id="125" name="Picture 7" descr="Picture 7"/>
          <p:cNvPicPr>
            <a:picLocks noChangeAspect="1"/>
          </p:cNvPicPr>
          <p:nvPr/>
        </p:nvPicPr>
        <p:blipFill>
          <a:blip r:embed="rId2"/>
          <a:stretch>
            <a:fillRect/>
          </a:stretch>
        </p:blipFill>
        <p:spPr>
          <a:xfrm>
            <a:off x="5227" y="456"/>
            <a:ext cx="9133545" cy="5142585"/>
          </a:xfrm>
          <a:prstGeom prst="rect">
            <a:avLst/>
          </a:prstGeom>
          <a:ln w="12700">
            <a:miter lim="400000"/>
          </a:ln>
        </p:spPr>
      </p:pic>
      <p:sp>
        <p:nvSpPr>
          <p:cNvPr id="12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12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12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cover, image 8">
    <p:spTree>
      <p:nvGrpSpPr>
        <p:cNvPr id="1" name=""/>
        <p:cNvGrpSpPr/>
        <p:nvPr/>
      </p:nvGrpSpPr>
      <p:grpSpPr>
        <a:xfrm>
          <a:off x="0" y="0"/>
          <a:ext cx="0" cy="0"/>
          <a:chOff x="0" y="0"/>
          <a:chExt cx="0" cy="0"/>
        </a:xfrm>
      </p:grpSpPr>
      <p:pic>
        <p:nvPicPr>
          <p:cNvPr id="135" name="Picture 7" descr="Picture 7"/>
          <p:cNvPicPr>
            <a:picLocks noChangeAspect="1"/>
          </p:cNvPicPr>
          <p:nvPr/>
        </p:nvPicPr>
        <p:blipFill>
          <a:blip r:embed="rId2"/>
          <a:stretch>
            <a:fillRect/>
          </a:stretch>
        </p:blipFill>
        <p:spPr>
          <a:xfrm>
            <a:off x="5227" y="456"/>
            <a:ext cx="9133545" cy="5142583"/>
          </a:xfrm>
          <a:prstGeom prst="rect">
            <a:avLst/>
          </a:prstGeom>
          <a:ln w="12700">
            <a:miter lim="400000"/>
          </a:ln>
        </p:spPr>
      </p:pic>
      <p:sp>
        <p:nvSpPr>
          <p:cNvPr id="136"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1"/>
                </a:solidFill>
              </a:defRPr>
            </a:lvl1pPr>
          </a:lstStyle>
          <a:p>
            <a:r>
              <a:t>Title Text</a:t>
            </a:r>
          </a:p>
        </p:txBody>
      </p:sp>
      <p:pic>
        <p:nvPicPr>
          <p:cNvPr id="137" name="Picture" descr="Picture"/>
          <p:cNvPicPr>
            <a:picLocks noChangeAspect="1"/>
          </p:cNvPicPr>
          <p:nvPr/>
        </p:nvPicPr>
        <p:blipFill>
          <a:blip r:embed="rId3"/>
          <a:stretch>
            <a:fillRect/>
          </a:stretch>
        </p:blipFill>
        <p:spPr>
          <a:xfrm>
            <a:off x="8393813" y="4705253"/>
            <a:ext cx="521588" cy="208109"/>
          </a:xfrm>
          <a:prstGeom prst="rect">
            <a:avLst/>
          </a:prstGeom>
          <a:ln w="12700">
            <a:miter lim="400000"/>
          </a:ln>
        </p:spPr>
      </p:pic>
      <p:sp>
        <p:nvSpPr>
          <p:cNvPr id="138"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1_divider">
    <p:spTree>
      <p:nvGrpSpPr>
        <p:cNvPr id="1" name=""/>
        <p:cNvGrpSpPr/>
        <p:nvPr/>
      </p:nvGrpSpPr>
      <p:grpSpPr>
        <a:xfrm>
          <a:off x="0" y="0"/>
          <a:ext cx="0" cy="0"/>
          <a:chOff x="0" y="0"/>
          <a:chExt cx="0" cy="0"/>
        </a:xfrm>
      </p:grpSpPr>
      <p:sp>
        <p:nvSpPr>
          <p:cNvPr id="145" name="Title Text"/>
          <p:cNvSpPr txBox="1">
            <a:spLocks noGrp="1"/>
          </p:cNvSpPr>
          <p:nvPr>
            <p:ph type="title"/>
          </p:nvPr>
        </p:nvSpPr>
        <p:spPr>
          <a:xfrm>
            <a:off x="210311" y="127000"/>
            <a:ext cx="4142234" cy="4294633"/>
          </a:xfrm>
          <a:prstGeom prst="rect">
            <a:avLst/>
          </a:prstGeom>
        </p:spPr>
        <p:txBody>
          <a:bodyPr>
            <a:normAutofit/>
          </a:bodyPr>
          <a:lstStyle>
            <a:lvl1pPr>
              <a:defRPr>
                <a:solidFill>
                  <a:schemeClr val="accent2"/>
                </a:solidFill>
              </a:defRPr>
            </a:lvl1pPr>
          </a:lstStyle>
          <a:p>
            <a:r>
              <a:t>Title Text</a:t>
            </a:r>
          </a:p>
        </p:txBody>
      </p:sp>
      <p:sp>
        <p:nvSpPr>
          <p:cNvPr id="14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divider (with page contents)">
    <p:spTree>
      <p:nvGrpSpPr>
        <p:cNvPr id="1" name=""/>
        <p:cNvGrpSpPr/>
        <p:nvPr/>
      </p:nvGrpSpPr>
      <p:grpSpPr>
        <a:xfrm>
          <a:off x="0" y="0"/>
          <a:ext cx="0" cy="0"/>
          <a:chOff x="0" y="0"/>
          <a:chExt cx="0" cy="0"/>
        </a:xfrm>
      </p:grpSpPr>
      <p:sp>
        <p:nvSpPr>
          <p:cNvPr id="153" name="Title Text"/>
          <p:cNvSpPr txBox="1">
            <a:spLocks noGrp="1"/>
          </p:cNvSpPr>
          <p:nvPr>
            <p:ph type="title"/>
          </p:nvPr>
        </p:nvSpPr>
        <p:spPr>
          <a:xfrm>
            <a:off x="210311" y="127000"/>
            <a:ext cx="4142234" cy="800100"/>
          </a:xfrm>
          <a:prstGeom prst="rect">
            <a:avLst/>
          </a:prstGeom>
        </p:spPr>
        <p:txBody>
          <a:bodyPr>
            <a:normAutofit/>
          </a:bodyPr>
          <a:lstStyle>
            <a:lvl1pPr>
              <a:defRPr>
                <a:solidFill>
                  <a:schemeClr val="accent2"/>
                </a:solidFill>
              </a:defRPr>
            </a:lvl1pPr>
          </a:lstStyle>
          <a:p>
            <a:r>
              <a:t>Title Text</a:t>
            </a:r>
          </a:p>
        </p:txBody>
      </p:sp>
      <p:sp>
        <p:nvSpPr>
          <p:cNvPr id="154" name="Body Level One…"/>
          <p:cNvSpPr txBox="1">
            <a:spLocks noGrp="1"/>
          </p:cNvSpPr>
          <p:nvPr>
            <p:ph type="body" sz="half" idx="1"/>
          </p:nvPr>
        </p:nvSpPr>
        <p:spPr>
          <a:xfrm>
            <a:off x="219456" y="1243583"/>
            <a:ext cx="4123945" cy="3252217"/>
          </a:xfrm>
          <a:prstGeom prst="rect">
            <a:avLst/>
          </a:prstGeom>
        </p:spPr>
        <p:txBody>
          <a:bodyPr>
            <a:normAutofit/>
          </a:bodyPr>
          <a:lstStyle>
            <a:lvl1pPr>
              <a:spcBef>
                <a:spcPts val="0"/>
              </a:spcBef>
              <a:defRPr>
                <a:solidFill>
                  <a:schemeClr val="accent2"/>
                </a:solidFill>
              </a:defRPr>
            </a:lvl1pPr>
            <a:lvl2pPr marL="0" indent="0">
              <a:spcBef>
                <a:spcPts val="0"/>
              </a:spcBef>
              <a:buSzTx/>
              <a:buNone/>
              <a:defRPr>
                <a:solidFill>
                  <a:schemeClr val="accent2"/>
                </a:solidFill>
              </a:defRPr>
            </a:lvl2pPr>
            <a:lvl3pPr marL="0" indent="201614">
              <a:spcBef>
                <a:spcPts val="0"/>
              </a:spcBef>
              <a:buSzTx/>
              <a:buNone/>
              <a:defRPr>
                <a:solidFill>
                  <a:schemeClr val="accent2"/>
                </a:solidFill>
              </a:defRPr>
            </a:lvl3pPr>
            <a:lvl4pPr marL="0" indent="434981">
              <a:spcBef>
                <a:spcPts val="0"/>
              </a:spcBef>
              <a:buSzTx/>
              <a:buNone/>
              <a:defRPr>
                <a:solidFill>
                  <a:schemeClr val="accent2"/>
                </a:solidFill>
              </a:defRPr>
            </a:lvl4pPr>
            <a:lvl5pPr marL="0" indent="631832">
              <a:spcBef>
                <a:spcPts val="0"/>
              </a:spcBef>
              <a:buSzTx/>
              <a:buNone/>
              <a:defRPr>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155" name="Text Placeholder 2"/>
          <p:cNvSpPr>
            <a:spLocks noGrp="1"/>
          </p:cNvSpPr>
          <p:nvPr>
            <p:ph type="body" sz="half" idx="21"/>
          </p:nvPr>
        </p:nvSpPr>
        <p:spPr>
          <a:xfrm>
            <a:off x="4791455" y="1243583"/>
            <a:ext cx="4123945" cy="3252217"/>
          </a:xfrm>
          <a:prstGeom prst="rect">
            <a:avLst/>
          </a:prstGeom>
        </p:spPr>
        <p:txBody>
          <a:bodyPr>
            <a:normAutofit/>
          </a:bodyPr>
          <a:lstStyle/>
          <a:p>
            <a:pPr>
              <a:spcBef>
                <a:spcPts val="0"/>
              </a:spcBef>
              <a:defRPr>
                <a:solidFill>
                  <a:schemeClr val="accent2"/>
                </a:solidFill>
              </a:defRPr>
            </a:pPr>
            <a:endParaRPr/>
          </a:p>
        </p:txBody>
      </p:sp>
      <p:sp>
        <p:nvSpPr>
          <p:cNvPr id="15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fact, number">
    <p:spTree>
      <p:nvGrpSpPr>
        <p:cNvPr id="1" name=""/>
        <p:cNvGrpSpPr/>
        <p:nvPr/>
      </p:nvGrpSpPr>
      <p:grpSpPr>
        <a:xfrm>
          <a:off x="0" y="0"/>
          <a:ext cx="0" cy="0"/>
          <a:chOff x="0" y="0"/>
          <a:chExt cx="0" cy="0"/>
        </a:xfrm>
      </p:grpSpPr>
      <p:sp>
        <p:nvSpPr>
          <p:cNvPr id="163" name="Title Text"/>
          <p:cNvSpPr txBox="1">
            <a:spLocks noGrp="1"/>
          </p:cNvSpPr>
          <p:nvPr>
            <p:ph type="title"/>
          </p:nvPr>
        </p:nvSpPr>
        <p:spPr>
          <a:xfrm>
            <a:off x="219456" y="177800"/>
            <a:ext cx="4133089" cy="804673"/>
          </a:xfrm>
          <a:prstGeom prst="rect">
            <a:avLst/>
          </a:prstGeom>
        </p:spPr>
        <p:txBody>
          <a:bodyPr/>
          <a:lstStyle>
            <a:lvl1pPr>
              <a:defRPr sz="1600">
                <a:solidFill>
                  <a:schemeClr val="accent2"/>
                </a:solidFill>
              </a:defRPr>
            </a:lvl1pPr>
          </a:lstStyle>
          <a:p>
            <a:r>
              <a:t>Title Text</a:t>
            </a:r>
          </a:p>
        </p:txBody>
      </p:sp>
      <p:sp>
        <p:nvSpPr>
          <p:cNvPr id="164" name="Body Level One…"/>
          <p:cNvSpPr txBox="1">
            <a:spLocks noGrp="1"/>
          </p:cNvSpPr>
          <p:nvPr>
            <p:ph type="body" sz="half" idx="1"/>
          </p:nvPr>
        </p:nvSpPr>
        <p:spPr>
          <a:xfrm>
            <a:off x="177800" y="1133855"/>
            <a:ext cx="4206241" cy="3361945"/>
          </a:xfrm>
          <a:prstGeom prst="rect">
            <a:avLst/>
          </a:prstGeom>
        </p:spPr>
        <p:txBody>
          <a:bodyPr>
            <a:normAutofit/>
          </a:bodyPr>
          <a:lstStyle>
            <a:lvl1pPr>
              <a:lnSpc>
                <a:spcPct val="90000"/>
              </a:lnSpc>
              <a:defRPr sz="9600">
                <a:solidFill>
                  <a:schemeClr val="accent2"/>
                </a:solidFill>
              </a:defRPr>
            </a:lvl1pPr>
            <a:lvl2pPr marL="1189048" indent="-1191332">
              <a:lnSpc>
                <a:spcPct val="90000"/>
              </a:lnSpc>
              <a:defRPr sz="9600">
                <a:solidFill>
                  <a:schemeClr val="accent2"/>
                </a:solidFill>
              </a:defRPr>
            </a:lvl2pPr>
            <a:lvl3pPr marL="1360501" indent="-1191332">
              <a:lnSpc>
                <a:spcPct val="90000"/>
              </a:lnSpc>
              <a:defRPr sz="9600">
                <a:solidFill>
                  <a:schemeClr val="accent2"/>
                </a:solidFill>
              </a:defRPr>
            </a:lvl3pPr>
            <a:lvl4pPr marL="1646254" indent="-1191332">
              <a:lnSpc>
                <a:spcPct val="90000"/>
              </a:lnSpc>
              <a:defRPr sz="9600">
                <a:solidFill>
                  <a:schemeClr val="accent2"/>
                </a:solidFill>
              </a:defRPr>
            </a:lvl4pPr>
            <a:lvl5pPr marL="1820881" indent="-1191332">
              <a:lnSpc>
                <a:spcPct val="90000"/>
              </a:lnSpc>
              <a:defRPr sz="9600">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165"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fact, number, half-image (bleeds)">
    <p:spTree>
      <p:nvGrpSpPr>
        <p:cNvPr id="1" name=""/>
        <p:cNvGrpSpPr/>
        <p:nvPr/>
      </p:nvGrpSpPr>
      <p:grpSpPr>
        <a:xfrm>
          <a:off x="0" y="0"/>
          <a:ext cx="0" cy="0"/>
          <a:chOff x="0" y="0"/>
          <a:chExt cx="0" cy="0"/>
        </a:xfrm>
      </p:grpSpPr>
      <p:sp>
        <p:nvSpPr>
          <p:cNvPr id="172" name="Title Text"/>
          <p:cNvSpPr txBox="1">
            <a:spLocks noGrp="1"/>
          </p:cNvSpPr>
          <p:nvPr>
            <p:ph type="title"/>
          </p:nvPr>
        </p:nvSpPr>
        <p:spPr>
          <a:xfrm>
            <a:off x="219456" y="177800"/>
            <a:ext cx="4133089" cy="804673"/>
          </a:xfrm>
          <a:prstGeom prst="rect">
            <a:avLst/>
          </a:prstGeom>
        </p:spPr>
        <p:txBody>
          <a:bodyPr>
            <a:normAutofit/>
          </a:bodyPr>
          <a:lstStyle>
            <a:lvl1pPr>
              <a:defRPr sz="1600">
                <a:solidFill>
                  <a:schemeClr val="accent2"/>
                </a:solidFill>
              </a:defRPr>
            </a:lvl1pPr>
          </a:lstStyle>
          <a:p>
            <a:r>
              <a:t>Title Text</a:t>
            </a:r>
          </a:p>
        </p:txBody>
      </p:sp>
      <p:sp>
        <p:nvSpPr>
          <p:cNvPr id="173" name="Body Level One…"/>
          <p:cNvSpPr txBox="1">
            <a:spLocks noGrp="1"/>
          </p:cNvSpPr>
          <p:nvPr>
            <p:ph type="body" sz="half" idx="1"/>
          </p:nvPr>
        </p:nvSpPr>
        <p:spPr>
          <a:xfrm>
            <a:off x="177800" y="1133855"/>
            <a:ext cx="4206241" cy="3361945"/>
          </a:xfrm>
          <a:prstGeom prst="rect">
            <a:avLst/>
          </a:prstGeom>
        </p:spPr>
        <p:txBody>
          <a:bodyPr>
            <a:normAutofit/>
          </a:bodyPr>
          <a:lstStyle>
            <a:lvl1pPr>
              <a:lnSpc>
                <a:spcPct val="90000"/>
              </a:lnSpc>
              <a:defRPr sz="9600">
                <a:solidFill>
                  <a:schemeClr val="accent2"/>
                </a:solidFill>
              </a:defRPr>
            </a:lvl1pPr>
            <a:lvl2pPr marL="1189048" indent="-1191332">
              <a:lnSpc>
                <a:spcPct val="90000"/>
              </a:lnSpc>
              <a:defRPr sz="9600">
                <a:solidFill>
                  <a:schemeClr val="accent2"/>
                </a:solidFill>
              </a:defRPr>
            </a:lvl2pPr>
            <a:lvl3pPr marL="1360501" indent="-1191332">
              <a:lnSpc>
                <a:spcPct val="90000"/>
              </a:lnSpc>
              <a:defRPr sz="9600">
                <a:solidFill>
                  <a:schemeClr val="accent2"/>
                </a:solidFill>
              </a:defRPr>
            </a:lvl3pPr>
            <a:lvl4pPr marL="1646254" indent="-1191332">
              <a:lnSpc>
                <a:spcPct val="90000"/>
              </a:lnSpc>
              <a:defRPr sz="9600">
                <a:solidFill>
                  <a:schemeClr val="accent2"/>
                </a:solidFill>
              </a:defRPr>
            </a:lvl4pPr>
            <a:lvl5pPr marL="1820881" indent="-1191332">
              <a:lnSpc>
                <a:spcPct val="90000"/>
              </a:lnSpc>
              <a:defRPr sz="9600">
                <a:solidFill>
                  <a:schemeClr val="accent2"/>
                </a:solidFill>
              </a:defRPr>
            </a:lvl5pPr>
          </a:lstStyle>
          <a:p>
            <a:r>
              <a:t>Body Level One</a:t>
            </a:r>
          </a:p>
          <a:p>
            <a:pPr lvl="1"/>
            <a:r>
              <a:t>Body Level Two</a:t>
            </a:r>
          </a:p>
          <a:p>
            <a:pPr lvl="2"/>
            <a:r>
              <a:t>Body Level Three</a:t>
            </a:r>
          </a:p>
          <a:p>
            <a:pPr lvl="3"/>
            <a:r>
              <a:t>Body Level Four</a:t>
            </a:r>
          </a:p>
          <a:p>
            <a:pPr lvl="4"/>
            <a:r>
              <a:t>Body Level Five</a:t>
            </a:r>
          </a:p>
        </p:txBody>
      </p:sp>
      <p:sp>
        <p:nvSpPr>
          <p:cNvPr id="174" name="Picture Placeholder"/>
          <p:cNvSpPr>
            <a:spLocks noGrp="1"/>
          </p:cNvSpPr>
          <p:nvPr>
            <p:ph type="pic" idx="21"/>
          </p:nvPr>
        </p:nvSpPr>
        <p:spPr>
          <a:xfrm>
            <a:off x="4572000" y="0"/>
            <a:ext cx="4572000" cy="5143500"/>
          </a:xfrm>
          <a:prstGeom prst="rect">
            <a:avLst/>
          </a:prstGeom>
        </p:spPr>
        <p:txBody>
          <a:bodyPr lIns="91439" tIns="45719" rIns="91439" bIns="45719"/>
          <a:lstStyle/>
          <a:p>
            <a:endParaRPr/>
          </a:p>
        </p:txBody>
      </p:sp>
      <p:sp>
        <p:nvSpPr>
          <p:cNvPr id="175"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type="tx">
  <p:cSld name="big text">
    <p:spTree>
      <p:nvGrpSpPr>
        <p:cNvPr id="1" name=""/>
        <p:cNvGrpSpPr/>
        <p:nvPr/>
      </p:nvGrpSpPr>
      <p:grpSpPr>
        <a:xfrm>
          <a:off x="0" y="0"/>
          <a:ext cx="0" cy="0"/>
          <a:chOff x="0" y="0"/>
          <a:chExt cx="0" cy="0"/>
        </a:xfrm>
      </p:grpSpPr>
      <p:sp>
        <p:nvSpPr>
          <p:cNvPr id="182" name="Title Text"/>
          <p:cNvSpPr txBox="1">
            <a:spLocks noGrp="1"/>
          </p:cNvSpPr>
          <p:nvPr>
            <p:ph type="title"/>
          </p:nvPr>
        </p:nvSpPr>
        <p:spPr>
          <a:xfrm>
            <a:off x="177800" y="-152400"/>
            <a:ext cx="8778172" cy="4404360"/>
          </a:xfrm>
          <a:prstGeom prst="rect">
            <a:avLst/>
          </a:prstGeom>
        </p:spPr>
        <p:txBody>
          <a:bodyPr>
            <a:normAutofit/>
          </a:bodyPr>
          <a:lstStyle>
            <a:lvl1pPr>
              <a:defRPr sz="9600">
                <a:solidFill>
                  <a:schemeClr val="accent2"/>
                </a:solidFill>
              </a:defRPr>
            </a:lvl1pPr>
          </a:lstStyle>
          <a:p>
            <a:r>
              <a:t>Title Text</a:t>
            </a:r>
          </a:p>
        </p:txBody>
      </p:sp>
      <p:sp>
        <p:nvSpPr>
          <p:cNvPr id="183"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quote">
    <p:spTree>
      <p:nvGrpSpPr>
        <p:cNvPr id="1" name=""/>
        <p:cNvGrpSpPr/>
        <p:nvPr/>
      </p:nvGrpSpPr>
      <p:grpSpPr>
        <a:xfrm>
          <a:off x="0" y="0"/>
          <a:ext cx="0" cy="0"/>
          <a:chOff x="0" y="0"/>
          <a:chExt cx="0" cy="0"/>
        </a:xfrm>
      </p:grpSpPr>
      <p:sp>
        <p:nvSpPr>
          <p:cNvPr id="190" name="Title Text"/>
          <p:cNvSpPr txBox="1">
            <a:spLocks noGrp="1"/>
          </p:cNvSpPr>
          <p:nvPr>
            <p:ph type="title"/>
          </p:nvPr>
        </p:nvSpPr>
        <p:spPr>
          <a:xfrm>
            <a:off x="210313" y="127000"/>
            <a:ext cx="5562535" cy="4294633"/>
          </a:xfrm>
          <a:prstGeom prst="rect">
            <a:avLst/>
          </a:prstGeom>
        </p:spPr>
        <p:txBody>
          <a:bodyPr>
            <a:normAutofit/>
          </a:bodyPr>
          <a:lstStyle>
            <a:lvl1pPr>
              <a:defRPr>
                <a:solidFill>
                  <a:schemeClr val="accent2"/>
                </a:solidFill>
              </a:defRPr>
            </a:lvl1pPr>
          </a:lstStyle>
          <a:p>
            <a:r>
              <a:t>Title Text</a:t>
            </a:r>
          </a:p>
        </p:txBody>
      </p:sp>
      <p:sp>
        <p:nvSpPr>
          <p:cNvPr id="191"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6.xml><?xml version="1.0" encoding="utf-8"?>
<p:sldLayout xmlns:a="http://schemas.openxmlformats.org/drawingml/2006/main" xmlns:r="http://schemas.openxmlformats.org/officeDocument/2006/relationships" xmlns:p="http://schemas.openxmlformats.org/presentationml/2006/main" type="tx">
  <p:cSld name="1_title, text">
    <p:spTree>
      <p:nvGrpSpPr>
        <p:cNvPr id="1" name=""/>
        <p:cNvGrpSpPr/>
        <p:nvPr/>
      </p:nvGrpSpPr>
      <p:grpSpPr>
        <a:xfrm>
          <a:off x="0" y="0"/>
          <a:ext cx="0" cy="0"/>
          <a:chOff x="0" y="0"/>
          <a:chExt cx="0" cy="0"/>
        </a:xfrm>
      </p:grpSpPr>
      <p:sp>
        <p:nvSpPr>
          <p:cNvPr id="198" name="Title Text"/>
          <p:cNvSpPr txBox="1">
            <a:spLocks noGrp="1"/>
          </p:cNvSpPr>
          <p:nvPr>
            <p:ph type="title"/>
          </p:nvPr>
        </p:nvSpPr>
        <p:spPr>
          <a:xfrm>
            <a:off x="210311" y="127000"/>
            <a:ext cx="4142234" cy="4294633"/>
          </a:xfrm>
          <a:prstGeom prst="rect">
            <a:avLst/>
          </a:prstGeom>
        </p:spPr>
        <p:txBody>
          <a:bodyPr>
            <a:normAutofit/>
          </a:bodyPr>
          <a:lstStyle/>
          <a:p>
            <a:r>
              <a:t>Title Text</a:t>
            </a:r>
          </a:p>
        </p:txBody>
      </p:sp>
      <p:sp>
        <p:nvSpPr>
          <p:cNvPr id="199" name="Body Level One…"/>
          <p:cNvSpPr txBox="1">
            <a:spLocks noGrp="1"/>
          </p:cNvSpPr>
          <p:nvPr>
            <p:ph type="body" sz="half" idx="1"/>
          </p:nvPr>
        </p:nvSpPr>
        <p:spPr>
          <a:xfrm>
            <a:off x="4791455" y="188468"/>
            <a:ext cx="4123945" cy="429463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00"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title, text (two columns)">
    <p:spTree>
      <p:nvGrpSpPr>
        <p:cNvPr id="1" name=""/>
        <p:cNvGrpSpPr/>
        <p:nvPr/>
      </p:nvGrpSpPr>
      <p:grpSpPr>
        <a:xfrm>
          <a:off x="0" y="0"/>
          <a:ext cx="0" cy="0"/>
          <a:chOff x="0" y="0"/>
          <a:chExt cx="0" cy="0"/>
        </a:xfrm>
      </p:grpSpPr>
      <p:sp>
        <p:nvSpPr>
          <p:cNvPr id="207"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208" name="Body Level One…"/>
          <p:cNvSpPr txBox="1">
            <a:spLocks noGrp="1"/>
          </p:cNvSpPr>
          <p:nvPr>
            <p:ph type="body" sz="half" idx="1"/>
          </p:nvPr>
        </p:nvSpPr>
        <p:spPr>
          <a:xfrm>
            <a:off x="219456" y="1243583"/>
            <a:ext cx="4123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09" name="Text Placeholder 2"/>
          <p:cNvSpPr>
            <a:spLocks noGrp="1"/>
          </p:cNvSpPr>
          <p:nvPr>
            <p:ph type="body" sz="half" idx="21"/>
          </p:nvPr>
        </p:nvSpPr>
        <p:spPr>
          <a:xfrm>
            <a:off x="4791457" y="1243583"/>
            <a:ext cx="4123877" cy="3252217"/>
          </a:xfrm>
          <a:prstGeom prst="rect">
            <a:avLst/>
          </a:prstGeom>
        </p:spPr>
        <p:txBody>
          <a:bodyPr>
            <a:normAutofit/>
          </a:bodyPr>
          <a:lstStyle/>
          <a:p>
            <a:endParaRPr/>
          </a:p>
        </p:txBody>
      </p:sp>
      <p:sp>
        <p:nvSpPr>
          <p:cNvPr id="210"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8.xml><?xml version="1.0" encoding="utf-8"?>
<p:sldLayout xmlns:a="http://schemas.openxmlformats.org/drawingml/2006/main" xmlns:r="http://schemas.openxmlformats.org/officeDocument/2006/relationships" xmlns:p="http://schemas.openxmlformats.org/presentationml/2006/main" type="tx">
  <p:cSld name="1_title, text (two columns, different text sizes)">
    <p:spTree>
      <p:nvGrpSpPr>
        <p:cNvPr id="1" name=""/>
        <p:cNvGrpSpPr/>
        <p:nvPr/>
      </p:nvGrpSpPr>
      <p:grpSpPr>
        <a:xfrm>
          <a:off x="0" y="0"/>
          <a:ext cx="0" cy="0"/>
          <a:chOff x="0" y="0"/>
          <a:chExt cx="0" cy="0"/>
        </a:xfrm>
      </p:grpSpPr>
      <p:sp>
        <p:nvSpPr>
          <p:cNvPr id="217"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218" name="Body Level One…"/>
          <p:cNvSpPr txBox="1">
            <a:spLocks noGrp="1"/>
          </p:cNvSpPr>
          <p:nvPr>
            <p:ph type="body" sz="half" idx="1"/>
          </p:nvPr>
        </p:nvSpPr>
        <p:spPr>
          <a:xfrm>
            <a:off x="210311" y="1181100"/>
            <a:ext cx="4142234" cy="3279648"/>
          </a:xfrm>
          <a:prstGeom prst="rect">
            <a:avLst/>
          </a:prstGeom>
        </p:spPr>
        <p:txBody>
          <a:bodyPr/>
          <a:lstStyle>
            <a:lvl1pPr>
              <a:defRPr sz="2400"/>
            </a:lvl1pPr>
            <a:lvl2pPr marL="295549" indent="-297833">
              <a:defRPr sz="2400"/>
            </a:lvl2pPr>
            <a:lvl3pPr marL="467002" indent="-297833">
              <a:defRPr sz="2400"/>
            </a:lvl3pPr>
            <a:lvl4pPr marL="752755" indent="-297833">
              <a:defRPr sz="2400"/>
            </a:lvl4pPr>
            <a:lvl5pPr marL="927382" indent="-297833">
              <a:defRPr sz="2400"/>
            </a:lvl5pPr>
          </a:lstStyle>
          <a:p>
            <a:r>
              <a:t>Body Level One</a:t>
            </a:r>
          </a:p>
          <a:p>
            <a:pPr lvl="1"/>
            <a:r>
              <a:t>Body Level Two</a:t>
            </a:r>
          </a:p>
          <a:p>
            <a:pPr lvl="2"/>
            <a:r>
              <a:t>Body Level Three</a:t>
            </a:r>
          </a:p>
          <a:p>
            <a:pPr lvl="3"/>
            <a:r>
              <a:t>Body Level Four</a:t>
            </a:r>
          </a:p>
          <a:p>
            <a:pPr lvl="4"/>
            <a:r>
              <a:t>Body Level Five</a:t>
            </a:r>
          </a:p>
        </p:txBody>
      </p:sp>
      <p:sp>
        <p:nvSpPr>
          <p:cNvPr id="219" name="Text Placeholder"/>
          <p:cNvSpPr>
            <a:spLocks noGrp="1"/>
          </p:cNvSpPr>
          <p:nvPr>
            <p:ph type="body" sz="half" idx="21"/>
          </p:nvPr>
        </p:nvSpPr>
        <p:spPr>
          <a:xfrm>
            <a:off x="4791455" y="1243583"/>
            <a:ext cx="4123945" cy="3252217"/>
          </a:xfrm>
          <a:prstGeom prst="rect">
            <a:avLst/>
          </a:prstGeom>
        </p:spPr>
        <p:txBody>
          <a:bodyPr>
            <a:normAutofit/>
          </a:bodyPr>
          <a:lstStyle/>
          <a:p>
            <a:endParaRPr/>
          </a:p>
        </p:txBody>
      </p:sp>
      <p:sp>
        <p:nvSpPr>
          <p:cNvPr id="220"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19.xml><?xml version="1.0" encoding="utf-8"?>
<p:sldLayout xmlns:a="http://schemas.openxmlformats.org/drawingml/2006/main" xmlns:r="http://schemas.openxmlformats.org/officeDocument/2006/relationships" xmlns:p="http://schemas.openxmlformats.org/presentationml/2006/main" type="tx">
  <p:cSld name="title, text (four columns)">
    <p:spTree>
      <p:nvGrpSpPr>
        <p:cNvPr id="1" name=""/>
        <p:cNvGrpSpPr/>
        <p:nvPr/>
      </p:nvGrpSpPr>
      <p:grpSpPr>
        <a:xfrm>
          <a:off x="0" y="0"/>
          <a:ext cx="0" cy="0"/>
          <a:chOff x="0" y="0"/>
          <a:chExt cx="0" cy="0"/>
        </a:xfrm>
      </p:grpSpPr>
      <p:sp>
        <p:nvSpPr>
          <p:cNvPr id="227"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228" name="Body Level One…"/>
          <p:cNvSpPr txBox="1">
            <a:spLocks noGrp="1"/>
          </p:cNvSpPr>
          <p:nvPr>
            <p:ph type="body" sz="quarter" idx="1"/>
          </p:nvPr>
        </p:nvSpPr>
        <p:spPr>
          <a:xfrm>
            <a:off x="219456" y="1243583"/>
            <a:ext cx="1837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29" name="Text Placeholder 2"/>
          <p:cNvSpPr>
            <a:spLocks noGrp="1"/>
          </p:cNvSpPr>
          <p:nvPr>
            <p:ph type="body" sz="quarter" idx="21"/>
          </p:nvPr>
        </p:nvSpPr>
        <p:spPr>
          <a:xfrm>
            <a:off x="2505455" y="1243583"/>
            <a:ext cx="1837945" cy="3252217"/>
          </a:xfrm>
          <a:prstGeom prst="rect">
            <a:avLst/>
          </a:prstGeom>
        </p:spPr>
        <p:txBody>
          <a:bodyPr>
            <a:normAutofit/>
          </a:bodyPr>
          <a:lstStyle/>
          <a:p>
            <a:endParaRPr/>
          </a:p>
        </p:txBody>
      </p:sp>
      <p:sp>
        <p:nvSpPr>
          <p:cNvPr id="230" name="Text Placeholder 3"/>
          <p:cNvSpPr>
            <a:spLocks noGrp="1"/>
          </p:cNvSpPr>
          <p:nvPr>
            <p:ph type="body" sz="quarter" idx="22"/>
          </p:nvPr>
        </p:nvSpPr>
        <p:spPr>
          <a:xfrm>
            <a:off x="4791455" y="1243583"/>
            <a:ext cx="1837945" cy="3252217"/>
          </a:xfrm>
          <a:prstGeom prst="rect">
            <a:avLst/>
          </a:prstGeom>
        </p:spPr>
        <p:txBody>
          <a:bodyPr>
            <a:normAutofit/>
          </a:bodyPr>
          <a:lstStyle/>
          <a:p>
            <a:endParaRPr/>
          </a:p>
        </p:txBody>
      </p:sp>
      <p:sp>
        <p:nvSpPr>
          <p:cNvPr id="231" name="Text Placeholder 4"/>
          <p:cNvSpPr>
            <a:spLocks noGrp="1"/>
          </p:cNvSpPr>
          <p:nvPr>
            <p:ph type="body" sz="quarter" idx="23"/>
          </p:nvPr>
        </p:nvSpPr>
        <p:spPr>
          <a:xfrm>
            <a:off x="7077456" y="1243583"/>
            <a:ext cx="1837945" cy="3252217"/>
          </a:xfrm>
          <a:prstGeom prst="rect">
            <a:avLst/>
          </a:prstGeom>
        </p:spPr>
        <p:txBody>
          <a:bodyPr>
            <a:normAutofit/>
          </a:bodyPr>
          <a:lstStyle/>
          <a:p>
            <a:endParaRPr/>
          </a:p>
        </p:txBody>
      </p:sp>
      <p:sp>
        <p:nvSpPr>
          <p:cNvPr id="232"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tx">
  <p:cSld name="title, text, half-image">
    <p:spTree>
      <p:nvGrpSpPr>
        <p:cNvPr id="1" name=""/>
        <p:cNvGrpSpPr/>
        <p:nvPr/>
      </p:nvGrpSpPr>
      <p:grpSpPr>
        <a:xfrm>
          <a:off x="0" y="0"/>
          <a:ext cx="0" cy="0"/>
          <a:chOff x="0" y="0"/>
          <a:chExt cx="0" cy="0"/>
        </a:xfrm>
      </p:grpSpPr>
      <p:sp>
        <p:nvSpPr>
          <p:cNvPr id="239"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240" name="Body Level One…"/>
          <p:cNvSpPr txBox="1">
            <a:spLocks noGrp="1"/>
          </p:cNvSpPr>
          <p:nvPr>
            <p:ph type="body" sz="half" idx="1"/>
          </p:nvPr>
        </p:nvSpPr>
        <p:spPr>
          <a:xfrm>
            <a:off x="219456" y="1243583"/>
            <a:ext cx="4123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41" name="Picture Placeholder"/>
          <p:cNvSpPr>
            <a:spLocks noGrp="1"/>
          </p:cNvSpPr>
          <p:nvPr>
            <p:ph type="pic" idx="21"/>
          </p:nvPr>
        </p:nvSpPr>
        <p:spPr>
          <a:xfrm>
            <a:off x="4572000" y="0"/>
            <a:ext cx="4572000" cy="5143500"/>
          </a:xfrm>
          <a:prstGeom prst="rect">
            <a:avLst/>
          </a:prstGeom>
        </p:spPr>
        <p:txBody>
          <a:bodyPr lIns="91439" tIns="45719" rIns="91439" bIns="45719"/>
          <a:lstStyle/>
          <a:p>
            <a:endParaRPr/>
          </a:p>
        </p:txBody>
      </p:sp>
      <p:sp>
        <p:nvSpPr>
          <p:cNvPr id="242"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
  <p:cSld name="title, text (two narrow columns)">
    <p:spTree>
      <p:nvGrpSpPr>
        <p:cNvPr id="1" name=""/>
        <p:cNvGrpSpPr/>
        <p:nvPr/>
      </p:nvGrpSpPr>
      <p:grpSpPr>
        <a:xfrm>
          <a:off x="0" y="0"/>
          <a:ext cx="0" cy="0"/>
          <a:chOff x="0" y="0"/>
          <a:chExt cx="0" cy="0"/>
        </a:xfrm>
      </p:grpSpPr>
      <p:sp>
        <p:nvSpPr>
          <p:cNvPr id="249" name="Title Text"/>
          <p:cNvSpPr txBox="1">
            <a:spLocks noGrp="1"/>
          </p:cNvSpPr>
          <p:nvPr>
            <p:ph type="title"/>
          </p:nvPr>
        </p:nvSpPr>
        <p:spPr>
          <a:xfrm>
            <a:off x="210311" y="127000"/>
            <a:ext cx="4142234" cy="4294633"/>
          </a:xfrm>
          <a:prstGeom prst="rect">
            <a:avLst/>
          </a:prstGeom>
        </p:spPr>
        <p:txBody>
          <a:bodyPr>
            <a:normAutofit/>
          </a:bodyPr>
          <a:lstStyle/>
          <a:p>
            <a:r>
              <a:t>Title Text</a:t>
            </a:r>
          </a:p>
        </p:txBody>
      </p:sp>
      <p:sp>
        <p:nvSpPr>
          <p:cNvPr id="250" name="Body Level One…"/>
          <p:cNvSpPr txBox="1">
            <a:spLocks noGrp="1"/>
          </p:cNvSpPr>
          <p:nvPr>
            <p:ph type="body" sz="quarter" idx="1"/>
          </p:nvPr>
        </p:nvSpPr>
        <p:spPr>
          <a:xfrm>
            <a:off x="4791455" y="188468"/>
            <a:ext cx="1837945" cy="429463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51" name="Text Placeholder 2"/>
          <p:cNvSpPr>
            <a:spLocks noGrp="1"/>
          </p:cNvSpPr>
          <p:nvPr>
            <p:ph type="body" sz="quarter" idx="21"/>
          </p:nvPr>
        </p:nvSpPr>
        <p:spPr>
          <a:xfrm>
            <a:off x="7077456" y="188467"/>
            <a:ext cx="1837945" cy="4294634"/>
          </a:xfrm>
          <a:prstGeom prst="rect">
            <a:avLst/>
          </a:prstGeom>
        </p:spPr>
        <p:txBody>
          <a:bodyPr>
            <a:normAutofit/>
          </a:bodyPr>
          <a:lstStyle/>
          <a:p>
            <a:endParaRPr/>
          </a:p>
        </p:txBody>
      </p:sp>
      <p:sp>
        <p:nvSpPr>
          <p:cNvPr id="252"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x">
  <p:cSld name="title, text (split background)">
    <p:spTree>
      <p:nvGrpSpPr>
        <p:cNvPr id="1" name=""/>
        <p:cNvGrpSpPr/>
        <p:nvPr/>
      </p:nvGrpSpPr>
      <p:grpSpPr>
        <a:xfrm>
          <a:off x="0" y="0"/>
          <a:ext cx="0" cy="0"/>
          <a:chOff x="0" y="0"/>
          <a:chExt cx="0" cy="0"/>
        </a:xfrm>
      </p:grpSpPr>
      <p:sp>
        <p:nvSpPr>
          <p:cNvPr id="259" name="Title Text"/>
          <p:cNvSpPr txBox="1">
            <a:spLocks noGrp="1"/>
          </p:cNvSpPr>
          <p:nvPr>
            <p:ph type="title"/>
          </p:nvPr>
        </p:nvSpPr>
        <p:spPr>
          <a:xfrm>
            <a:off x="210313" y="127000"/>
            <a:ext cx="4142164" cy="4294633"/>
          </a:xfrm>
          <a:prstGeom prst="rect">
            <a:avLst/>
          </a:prstGeom>
        </p:spPr>
        <p:txBody>
          <a:bodyPr>
            <a:normAutofit/>
          </a:bodyPr>
          <a:lstStyle/>
          <a:p>
            <a:r>
              <a:t>Title Text</a:t>
            </a:r>
          </a:p>
        </p:txBody>
      </p:sp>
      <p:sp>
        <p:nvSpPr>
          <p:cNvPr id="260" name="Black rectangle"/>
          <p:cNvSpPr/>
          <p:nvPr/>
        </p:nvSpPr>
        <p:spPr>
          <a:xfrm>
            <a:off x="4572000" y="0"/>
            <a:ext cx="4572000" cy="5143500"/>
          </a:xfrm>
          <a:prstGeom prst="rect">
            <a:avLst/>
          </a:prstGeom>
          <a:solidFill>
            <a:srgbClr val="F4F4F4"/>
          </a:solidFill>
          <a:ln w="12700">
            <a:miter lim="400000"/>
          </a:ln>
        </p:spPr>
        <p:txBody>
          <a:bodyPr tIns="91439" bIns="91439" anchor="ctr"/>
          <a:lstStyle/>
          <a:p>
            <a:pPr algn="ctr">
              <a:defRPr sz="1200">
                <a:solidFill>
                  <a:srgbClr val="000000"/>
                </a:solidFill>
              </a:defRPr>
            </a:pPr>
            <a:endParaRPr/>
          </a:p>
        </p:txBody>
      </p:sp>
      <p:sp>
        <p:nvSpPr>
          <p:cNvPr id="261" name="Body Level One…"/>
          <p:cNvSpPr txBox="1">
            <a:spLocks noGrp="1"/>
          </p:cNvSpPr>
          <p:nvPr>
            <p:ph type="body" sz="half" idx="1"/>
          </p:nvPr>
        </p:nvSpPr>
        <p:spPr>
          <a:xfrm>
            <a:off x="4791455" y="188468"/>
            <a:ext cx="4123945" cy="429463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62"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3.xml><?xml version="1.0" encoding="utf-8"?>
<p:sldLayout xmlns:a="http://schemas.openxmlformats.org/drawingml/2006/main" xmlns:r="http://schemas.openxmlformats.org/officeDocument/2006/relationships" xmlns:p="http://schemas.openxmlformats.org/presentationml/2006/main" type="tx">
  <p:cSld name="title, image">
    <p:spTree>
      <p:nvGrpSpPr>
        <p:cNvPr id="1" name=""/>
        <p:cNvGrpSpPr/>
        <p:nvPr/>
      </p:nvGrpSpPr>
      <p:grpSpPr>
        <a:xfrm>
          <a:off x="0" y="0"/>
          <a:ext cx="0" cy="0"/>
          <a:chOff x="0" y="0"/>
          <a:chExt cx="0" cy="0"/>
        </a:xfrm>
      </p:grpSpPr>
      <p:sp>
        <p:nvSpPr>
          <p:cNvPr id="269" name="Title Text"/>
          <p:cNvSpPr txBox="1">
            <a:spLocks noGrp="1"/>
          </p:cNvSpPr>
          <p:nvPr>
            <p:ph type="title"/>
          </p:nvPr>
        </p:nvSpPr>
        <p:spPr>
          <a:xfrm>
            <a:off x="210311" y="127000"/>
            <a:ext cx="4142234" cy="4294633"/>
          </a:xfrm>
          <a:prstGeom prst="rect">
            <a:avLst/>
          </a:prstGeom>
        </p:spPr>
        <p:txBody>
          <a:bodyPr>
            <a:normAutofit/>
          </a:bodyPr>
          <a:lstStyle/>
          <a:p>
            <a:r>
              <a:t>Title Text</a:t>
            </a:r>
          </a:p>
        </p:txBody>
      </p:sp>
      <p:sp>
        <p:nvSpPr>
          <p:cNvPr id="270" name="Picture Placeholder"/>
          <p:cNvSpPr>
            <a:spLocks noGrp="1"/>
          </p:cNvSpPr>
          <p:nvPr>
            <p:ph type="pic" idx="21"/>
          </p:nvPr>
        </p:nvSpPr>
        <p:spPr>
          <a:xfrm>
            <a:off x="4572000" y="0"/>
            <a:ext cx="4572000" cy="5143500"/>
          </a:xfrm>
          <a:prstGeom prst="rect">
            <a:avLst/>
          </a:prstGeom>
        </p:spPr>
        <p:txBody>
          <a:bodyPr lIns="91439" tIns="45719" rIns="91439" bIns="45719"/>
          <a:lstStyle/>
          <a:p>
            <a:endParaRPr/>
          </a:p>
        </p:txBody>
      </p:sp>
      <p:sp>
        <p:nvSpPr>
          <p:cNvPr id="271"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4.xml><?xml version="1.0" encoding="utf-8"?>
<p:sldLayout xmlns:a="http://schemas.openxmlformats.org/drawingml/2006/main" xmlns:r="http://schemas.openxmlformats.org/officeDocument/2006/relationships" xmlns:p="http://schemas.openxmlformats.org/presentationml/2006/main" type="tx">
  <p:cSld name="title, half-blank area">
    <p:spTree>
      <p:nvGrpSpPr>
        <p:cNvPr id="1" name=""/>
        <p:cNvGrpSpPr/>
        <p:nvPr/>
      </p:nvGrpSpPr>
      <p:grpSpPr>
        <a:xfrm>
          <a:off x="0" y="0"/>
          <a:ext cx="0" cy="0"/>
          <a:chOff x="0" y="0"/>
          <a:chExt cx="0" cy="0"/>
        </a:xfrm>
      </p:grpSpPr>
      <p:sp>
        <p:nvSpPr>
          <p:cNvPr id="278" name="Title Text"/>
          <p:cNvSpPr txBox="1">
            <a:spLocks noGrp="1"/>
          </p:cNvSpPr>
          <p:nvPr>
            <p:ph type="title"/>
          </p:nvPr>
        </p:nvSpPr>
        <p:spPr>
          <a:xfrm>
            <a:off x="210311" y="127000"/>
            <a:ext cx="4142234" cy="4294633"/>
          </a:xfrm>
          <a:prstGeom prst="rect">
            <a:avLst/>
          </a:prstGeom>
        </p:spPr>
        <p:txBody>
          <a:bodyPr>
            <a:normAutofit/>
          </a:bodyPr>
          <a:lstStyle/>
          <a:p>
            <a:r>
              <a:t>Title Text</a:t>
            </a:r>
          </a:p>
        </p:txBody>
      </p:sp>
      <p:sp>
        <p:nvSpPr>
          <p:cNvPr id="279"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5.xml><?xml version="1.0" encoding="utf-8"?>
<p:sldLayout xmlns:a="http://schemas.openxmlformats.org/drawingml/2006/main" xmlns:r="http://schemas.openxmlformats.org/officeDocument/2006/relationships" xmlns:p="http://schemas.openxmlformats.org/presentationml/2006/main" type="tx">
  <p:cSld name="title, blank">
    <p:spTree>
      <p:nvGrpSpPr>
        <p:cNvPr id="1" name=""/>
        <p:cNvGrpSpPr/>
        <p:nvPr/>
      </p:nvGrpSpPr>
      <p:grpSpPr>
        <a:xfrm>
          <a:off x="0" y="0"/>
          <a:ext cx="0" cy="0"/>
          <a:chOff x="0" y="0"/>
          <a:chExt cx="0" cy="0"/>
        </a:xfrm>
      </p:grpSpPr>
      <p:sp>
        <p:nvSpPr>
          <p:cNvPr id="286"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287"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6.xml><?xml version="1.0" encoding="utf-8"?>
<p:sldLayout xmlns:a="http://schemas.openxmlformats.org/drawingml/2006/main" xmlns:r="http://schemas.openxmlformats.org/officeDocument/2006/relationships" xmlns:p="http://schemas.openxmlformats.org/presentationml/2006/main" type="tx">
  <p:cSld name="2_insight, text, boxes">
    <p:spTree>
      <p:nvGrpSpPr>
        <p:cNvPr id="1" name=""/>
        <p:cNvGrpSpPr/>
        <p:nvPr/>
      </p:nvGrpSpPr>
      <p:grpSpPr>
        <a:xfrm>
          <a:off x="0" y="0"/>
          <a:ext cx="0" cy="0"/>
          <a:chOff x="0" y="0"/>
          <a:chExt cx="0" cy="0"/>
        </a:xfrm>
      </p:grpSpPr>
      <p:sp>
        <p:nvSpPr>
          <p:cNvPr id="294"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295" name="Body Level One…"/>
          <p:cNvSpPr txBox="1">
            <a:spLocks noGrp="1"/>
          </p:cNvSpPr>
          <p:nvPr>
            <p:ph type="body" sz="half" idx="1"/>
          </p:nvPr>
        </p:nvSpPr>
        <p:spPr>
          <a:xfrm>
            <a:off x="219456" y="1243583"/>
            <a:ext cx="4123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29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27.xml><?xml version="1.0" encoding="utf-8"?>
<p:sldLayout xmlns:a="http://schemas.openxmlformats.org/drawingml/2006/main" xmlns:r="http://schemas.openxmlformats.org/officeDocument/2006/relationships" xmlns:p="http://schemas.openxmlformats.org/presentationml/2006/main" type="tx">
  <p:cSld name="1_boxes (3 med, 2 small)">
    <p:spTree>
      <p:nvGrpSpPr>
        <p:cNvPr id="1" name=""/>
        <p:cNvGrpSpPr/>
        <p:nvPr/>
      </p:nvGrpSpPr>
      <p:grpSpPr>
        <a:xfrm>
          <a:off x="0" y="0"/>
          <a:ext cx="0" cy="0"/>
          <a:chOff x="0" y="0"/>
          <a:chExt cx="0" cy="0"/>
        </a:xfrm>
      </p:grpSpPr>
      <p:sp>
        <p:nvSpPr>
          <p:cNvPr id="303" name="Title Text"/>
          <p:cNvSpPr txBox="1">
            <a:spLocks noGrp="1"/>
          </p:cNvSpPr>
          <p:nvPr>
            <p:ph type="title"/>
          </p:nvPr>
        </p:nvSpPr>
        <p:spPr>
          <a:xfrm>
            <a:off x="0" y="-2"/>
            <a:ext cx="4572000" cy="2571752"/>
          </a:xfrm>
          <a:prstGeom prst="rect">
            <a:avLst/>
          </a:prstGeom>
        </p:spPr>
        <p:txBody>
          <a:bodyPr lIns="127000" tIns="127000" rIns="127000" bIns="127000">
            <a:normAutofit/>
          </a:bodyPr>
          <a:lstStyle>
            <a:lvl1pPr marL="76200"/>
          </a:lstStyle>
          <a:p>
            <a:r>
              <a:t>Title Text</a:t>
            </a:r>
          </a:p>
        </p:txBody>
      </p:sp>
      <p:sp>
        <p:nvSpPr>
          <p:cNvPr id="304" name="Body Level One…"/>
          <p:cNvSpPr txBox="1">
            <a:spLocks noGrp="1"/>
          </p:cNvSpPr>
          <p:nvPr>
            <p:ph type="body" sz="quarter" idx="1"/>
          </p:nvPr>
        </p:nvSpPr>
        <p:spPr>
          <a:xfrm>
            <a:off x="4572000" y="-12700"/>
            <a:ext cx="2286000" cy="2571750"/>
          </a:xfrm>
          <a:prstGeom prst="rect">
            <a:avLst/>
          </a:prstGeom>
        </p:spPr>
        <p:txBody>
          <a:bodyPr lIns="201168" tIns="201168" rIns="201168" bIns="201168">
            <a:normAutofit/>
          </a:bodyPr>
          <a:lstStyle/>
          <a:p>
            <a:r>
              <a:t>Body Level One</a:t>
            </a:r>
          </a:p>
          <a:p>
            <a:pPr lvl="1"/>
            <a:r>
              <a:t>Body Level Two</a:t>
            </a:r>
          </a:p>
          <a:p>
            <a:pPr lvl="2"/>
            <a:r>
              <a:t>Body Level Three</a:t>
            </a:r>
          </a:p>
          <a:p>
            <a:pPr lvl="3"/>
            <a:r>
              <a:t>Body Level Four</a:t>
            </a:r>
          </a:p>
          <a:p>
            <a:pPr lvl="4"/>
            <a:r>
              <a:t>Body Level Five</a:t>
            </a:r>
          </a:p>
        </p:txBody>
      </p:sp>
      <p:sp>
        <p:nvSpPr>
          <p:cNvPr id="305"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
        <p:nvSpPr>
          <p:cNvPr id="306" name="Straight Connector 8"/>
          <p:cNvSpPr/>
          <p:nvPr/>
        </p:nvSpPr>
        <p:spPr>
          <a:xfrm flipV="1">
            <a:off x="4572000" y="234950"/>
            <a:ext cx="0" cy="4260850"/>
          </a:xfrm>
          <a:prstGeom prst="line">
            <a:avLst/>
          </a:prstGeom>
          <a:ln w="3175">
            <a:solidFill>
              <a:srgbClr val="000000"/>
            </a:solidFill>
          </a:ln>
        </p:spPr>
        <p:txBody>
          <a:bodyPr lIns="45719" rIns="45719"/>
          <a:lstStyle/>
          <a:p>
            <a:pPr>
              <a:defRPr>
                <a:solidFill>
                  <a:srgbClr val="000000"/>
                </a:solidFill>
              </a:defRPr>
            </a:pPr>
            <a:endParaRPr/>
          </a:p>
        </p:txBody>
      </p:sp>
      <p:sp>
        <p:nvSpPr>
          <p:cNvPr id="307" name="Straight Connector 11"/>
          <p:cNvSpPr/>
          <p:nvPr/>
        </p:nvSpPr>
        <p:spPr>
          <a:xfrm>
            <a:off x="4792362" y="2566988"/>
            <a:ext cx="4114802" cy="1"/>
          </a:xfrm>
          <a:prstGeom prst="line">
            <a:avLst/>
          </a:prstGeom>
          <a:ln w="3175">
            <a:solidFill>
              <a:srgbClr val="000000"/>
            </a:solidFill>
          </a:ln>
        </p:spPr>
        <p:txBody>
          <a:bodyPr lIns="45719" rIns="45719"/>
          <a:lstStyle/>
          <a:p>
            <a:pPr>
              <a:defRPr>
                <a:solidFill>
                  <a:srgbClr val="000000"/>
                </a:solidFill>
              </a:defRPr>
            </a:pPr>
            <a:endParaRPr/>
          </a:p>
        </p:txBody>
      </p:sp>
    </p:spTree>
  </p:cSld>
  <p:clrMapOvr>
    <a:masterClrMapping/>
  </p:clrMapOvr>
  <p:transition spd="med"/>
</p:sldLayout>
</file>

<file path=ppt/slideLayouts/slideLayout28.xml><?xml version="1.0" encoding="utf-8"?>
<p:sldLayout xmlns:a="http://schemas.openxmlformats.org/drawingml/2006/main" xmlns:r="http://schemas.openxmlformats.org/officeDocument/2006/relationships" xmlns:p="http://schemas.openxmlformats.org/presentationml/2006/main" type="tx">
  <p:cSld name="boxes (1 large, 4 small)">
    <p:spTree>
      <p:nvGrpSpPr>
        <p:cNvPr id="1" name=""/>
        <p:cNvGrpSpPr/>
        <p:nvPr/>
      </p:nvGrpSpPr>
      <p:grpSpPr>
        <a:xfrm>
          <a:off x="0" y="0"/>
          <a:ext cx="0" cy="0"/>
          <a:chOff x="0" y="0"/>
          <a:chExt cx="0" cy="0"/>
        </a:xfrm>
      </p:grpSpPr>
      <p:sp>
        <p:nvSpPr>
          <p:cNvPr id="314" name="Title Text"/>
          <p:cNvSpPr txBox="1">
            <a:spLocks noGrp="1"/>
          </p:cNvSpPr>
          <p:nvPr>
            <p:ph type="title"/>
          </p:nvPr>
        </p:nvSpPr>
        <p:spPr>
          <a:xfrm>
            <a:off x="0" y="0"/>
            <a:ext cx="9144000" cy="2569463"/>
          </a:xfrm>
          <a:prstGeom prst="rect">
            <a:avLst/>
          </a:prstGeom>
        </p:spPr>
        <p:txBody>
          <a:bodyPr lIns="50800" tIns="50800" rIns="50800" bIns="50800">
            <a:normAutofit/>
          </a:bodyPr>
          <a:lstStyle>
            <a:lvl1pPr marL="127000">
              <a:defRPr sz="4800"/>
            </a:lvl1pPr>
          </a:lstStyle>
          <a:p>
            <a:r>
              <a:t>Title Text</a:t>
            </a:r>
          </a:p>
        </p:txBody>
      </p:sp>
      <p:sp>
        <p:nvSpPr>
          <p:cNvPr id="315" name="Body Level One…"/>
          <p:cNvSpPr txBox="1">
            <a:spLocks noGrp="1"/>
          </p:cNvSpPr>
          <p:nvPr>
            <p:ph type="body" sz="quarter" idx="1"/>
          </p:nvPr>
        </p:nvSpPr>
        <p:spPr>
          <a:xfrm>
            <a:off x="0" y="2570163"/>
            <a:ext cx="2286000" cy="2573337"/>
          </a:xfrm>
          <a:prstGeom prst="rect">
            <a:avLst/>
          </a:prstGeom>
        </p:spPr>
        <p:txBody>
          <a:bodyPr lIns="201168" tIns="201168" rIns="201168" bIns="201168"/>
          <a:lstStyle>
            <a:lvl1pPr marL="25400"/>
            <a:lvl2pPr marL="196851"/>
            <a:lvl3pPr marL="368304"/>
            <a:lvl4pPr marL="654057"/>
            <a:lvl5pPr marL="828684"/>
          </a:lstStyle>
          <a:p>
            <a:r>
              <a:t>Body Level One</a:t>
            </a:r>
          </a:p>
          <a:p>
            <a:pPr lvl="1"/>
            <a:r>
              <a:t>Body Level Two</a:t>
            </a:r>
          </a:p>
          <a:p>
            <a:pPr lvl="2"/>
            <a:r>
              <a:t>Body Level Three</a:t>
            </a:r>
          </a:p>
          <a:p>
            <a:pPr lvl="3"/>
            <a:r>
              <a:t>Body Level Four</a:t>
            </a:r>
          </a:p>
          <a:p>
            <a:pPr lvl="4"/>
            <a:r>
              <a:t>Body Level Five</a:t>
            </a:r>
          </a:p>
        </p:txBody>
      </p:sp>
      <p:sp>
        <p:nvSpPr>
          <p:cNvPr id="31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
        <p:nvSpPr>
          <p:cNvPr id="317" name="Straight Connector 14"/>
          <p:cNvSpPr/>
          <p:nvPr/>
        </p:nvSpPr>
        <p:spPr>
          <a:xfrm flipV="1">
            <a:off x="2286000" y="2791641"/>
            <a:ext cx="0" cy="1704160"/>
          </a:xfrm>
          <a:prstGeom prst="line">
            <a:avLst/>
          </a:prstGeom>
          <a:ln w="3175">
            <a:solidFill>
              <a:srgbClr val="000000"/>
            </a:solidFill>
          </a:ln>
        </p:spPr>
        <p:txBody>
          <a:bodyPr lIns="45719" rIns="45719"/>
          <a:lstStyle/>
          <a:p>
            <a:pPr>
              <a:defRPr>
                <a:solidFill>
                  <a:srgbClr val="000000"/>
                </a:solidFill>
              </a:defRPr>
            </a:pPr>
            <a:endParaRPr/>
          </a:p>
        </p:txBody>
      </p:sp>
      <p:sp>
        <p:nvSpPr>
          <p:cNvPr id="318" name="Straight Connector 15"/>
          <p:cNvSpPr/>
          <p:nvPr/>
        </p:nvSpPr>
        <p:spPr>
          <a:xfrm flipV="1">
            <a:off x="4572000" y="2791641"/>
            <a:ext cx="1" cy="1704160"/>
          </a:xfrm>
          <a:prstGeom prst="line">
            <a:avLst/>
          </a:prstGeom>
          <a:ln w="3175">
            <a:solidFill>
              <a:srgbClr val="000000"/>
            </a:solidFill>
          </a:ln>
        </p:spPr>
        <p:txBody>
          <a:bodyPr lIns="45719" rIns="45719"/>
          <a:lstStyle/>
          <a:p>
            <a:pPr>
              <a:defRPr>
                <a:solidFill>
                  <a:srgbClr val="000000"/>
                </a:solidFill>
              </a:defRPr>
            </a:pPr>
            <a:endParaRPr/>
          </a:p>
        </p:txBody>
      </p:sp>
      <p:sp>
        <p:nvSpPr>
          <p:cNvPr id="319" name="Straight Connector 16"/>
          <p:cNvSpPr/>
          <p:nvPr/>
        </p:nvSpPr>
        <p:spPr>
          <a:xfrm flipV="1">
            <a:off x="6858000" y="2791641"/>
            <a:ext cx="1" cy="1704160"/>
          </a:xfrm>
          <a:prstGeom prst="line">
            <a:avLst/>
          </a:prstGeom>
          <a:ln w="3175">
            <a:solidFill>
              <a:srgbClr val="000000"/>
            </a:solidFill>
          </a:ln>
        </p:spPr>
        <p:txBody>
          <a:bodyPr lIns="45719" rIns="45719"/>
          <a:lstStyle/>
          <a:p>
            <a:pPr>
              <a:defRPr>
                <a:solidFill>
                  <a:srgbClr val="000000"/>
                </a:solidFill>
              </a:defRPr>
            </a:pPr>
            <a:endParaRPr/>
          </a:p>
        </p:txBody>
      </p:sp>
      <p:sp>
        <p:nvSpPr>
          <p:cNvPr id="320" name="Straight Connector 6"/>
          <p:cNvSpPr/>
          <p:nvPr/>
        </p:nvSpPr>
        <p:spPr>
          <a:xfrm>
            <a:off x="228600" y="2571750"/>
            <a:ext cx="8686800" cy="0"/>
          </a:xfrm>
          <a:prstGeom prst="line">
            <a:avLst/>
          </a:prstGeom>
          <a:ln w="3175">
            <a:solidFill>
              <a:srgbClr val="000000"/>
            </a:solidFill>
          </a:ln>
        </p:spPr>
        <p:txBody>
          <a:bodyPr lIns="45719" rIns="45719"/>
          <a:lstStyle/>
          <a:p>
            <a:pPr>
              <a:defRPr>
                <a:solidFill>
                  <a:srgbClr val="000000"/>
                </a:solidFill>
              </a:defRPr>
            </a:pPr>
            <a:endParaRPr/>
          </a:p>
        </p:txBody>
      </p:sp>
    </p:spTree>
  </p:cSld>
  <p:clrMapOvr>
    <a:masterClrMapping/>
  </p:clrMapOvr>
  <p:transition spd="med"/>
</p:sldLayout>
</file>

<file path=ppt/slideLayouts/slideLayout29.xml><?xml version="1.0" encoding="utf-8"?>
<p:sldLayout xmlns:a="http://schemas.openxmlformats.org/drawingml/2006/main" xmlns:r="http://schemas.openxmlformats.org/officeDocument/2006/relationships" xmlns:p="http://schemas.openxmlformats.org/presentationml/2006/main" type="tx">
  <p:cSld name="1_title (gray box) over image(s)">
    <p:spTree>
      <p:nvGrpSpPr>
        <p:cNvPr id="1" name=""/>
        <p:cNvGrpSpPr/>
        <p:nvPr/>
      </p:nvGrpSpPr>
      <p:grpSpPr>
        <a:xfrm>
          <a:off x="0" y="0"/>
          <a:ext cx="0" cy="0"/>
          <a:chOff x="0" y="0"/>
          <a:chExt cx="0" cy="0"/>
        </a:xfrm>
      </p:grpSpPr>
      <p:sp>
        <p:nvSpPr>
          <p:cNvPr id="327" name="Title Text"/>
          <p:cNvSpPr txBox="1">
            <a:spLocks noGrp="1"/>
          </p:cNvSpPr>
          <p:nvPr>
            <p:ph type="title"/>
          </p:nvPr>
        </p:nvSpPr>
        <p:spPr>
          <a:xfrm>
            <a:off x="0" y="0"/>
            <a:ext cx="9144000" cy="1276350"/>
          </a:xfrm>
          <a:prstGeom prst="rect">
            <a:avLst/>
          </a:prstGeom>
          <a:solidFill>
            <a:srgbClr val="F4F4F4"/>
          </a:solidFill>
        </p:spPr>
        <p:txBody>
          <a:bodyPr lIns="127000" tIns="127000" rIns="127000" bIns="127000">
            <a:normAutofit/>
          </a:bodyPr>
          <a:lstStyle>
            <a:lvl1pPr marL="76200"/>
          </a:lstStyle>
          <a:p>
            <a:r>
              <a:t>Title Text</a:t>
            </a:r>
          </a:p>
        </p:txBody>
      </p:sp>
      <p:sp>
        <p:nvSpPr>
          <p:cNvPr id="328" name="Picture Placeholder"/>
          <p:cNvSpPr>
            <a:spLocks noGrp="1"/>
          </p:cNvSpPr>
          <p:nvPr>
            <p:ph type="pic" idx="21"/>
          </p:nvPr>
        </p:nvSpPr>
        <p:spPr>
          <a:xfrm>
            <a:off x="0" y="1276350"/>
            <a:ext cx="9144000" cy="3867150"/>
          </a:xfrm>
          <a:prstGeom prst="rect">
            <a:avLst/>
          </a:prstGeom>
        </p:spPr>
        <p:txBody>
          <a:bodyPr lIns="91439" tIns="45719" rIns="91439" bIns="45719"/>
          <a:lstStyle/>
          <a:p>
            <a:endParaRPr/>
          </a:p>
        </p:txBody>
      </p:sp>
      <p:sp>
        <p:nvSpPr>
          <p:cNvPr id="329"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0.xml><?xml version="1.0" encoding="utf-8"?>
<p:sldLayout xmlns:a="http://schemas.openxmlformats.org/drawingml/2006/main" xmlns:r="http://schemas.openxmlformats.org/officeDocument/2006/relationships" xmlns:p="http://schemas.openxmlformats.org/presentationml/2006/main" type="tx">
  <p:cSld name="text (gray box) over image(s)">
    <p:spTree>
      <p:nvGrpSpPr>
        <p:cNvPr id="1" name=""/>
        <p:cNvGrpSpPr/>
        <p:nvPr/>
      </p:nvGrpSpPr>
      <p:grpSpPr>
        <a:xfrm>
          <a:off x="0" y="0"/>
          <a:ext cx="0" cy="0"/>
          <a:chOff x="0" y="0"/>
          <a:chExt cx="0" cy="0"/>
        </a:xfrm>
      </p:grpSpPr>
      <p:sp>
        <p:nvSpPr>
          <p:cNvPr id="336" name="Picture Placeholder"/>
          <p:cNvSpPr>
            <a:spLocks noGrp="1"/>
          </p:cNvSpPr>
          <p:nvPr>
            <p:ph type="pic" idx="21"/>
          </p:nvPr>
        </p:nvSpPr>
        <p:spPr>
          <a:xfrm>
            <a:off x="0" y="0"/>
            <a:ext cx="9144000" cy="5148072"/>
          </a:xfrm>
          <a:prstGeom prst="rect">
            <a:avLst/>
          </a:prstGeom>
        </p:spPr>
        <p:txBody>
          <a:bodyPr lIns="91439" tIns="45719" rIns="91439" bIns="45719"/>
          <a:lstStyle/>
          <a:p>
            <a:endParaRPr/>
          </a:p>
        </p:txBody>
      </p:sp>
      <p:sp>
        <p:nvSpPr>
          <p:cNvPr id="337" name="Body Level One…"/>
          <p:cNvSpPr txBox="1">
            <a:spLocks noGrp="1"/>
          </p:cNvSpPr>
          <p:nvPr>
            <p:ph type="body" sz="quarter" idx="1"/>
          </p:nvPr>
        </p:nvSpPr>
        <p:spPr>
          <a:xfrm>
            <a:off x="-3" y="2571750"/>
            <a:ext cx="2286003" cy="2571750"/>
          </a:xfrm>
          <a:prstGeom prst="rect">
            <a:avLst/>
          </a:prstGeom>
          <a:solidFill>
            <a:srgbClr val="F4F4F4"/>
          </a:solidFill>
        </p:spPr>
        <p:txBody>
          <a:bodyPr lIns="201168" tIns="201168" rIns="201168" bIns="201168">
            <a:normAutofit/>
          </a:bodyPr>
          <a:lstStyle>
            <a:lvl1pPr marL="25400"/>
            <a:lvl2pPr marL="266346" indent="-243230"/>
            <a:lvl3pPr marL="437799" indent="-243230"/>
            <a:lvl4pPr marL="723552" indent="-243230"/>
            <a:lvl5pPr marL="898179" indent="-243230"/>
          </a:lstStyle>
          <a:p>
            <a:r>
              <a:t>Body Level One</a:t>
            </a:r>
          </a:p>
          <a:p>
            <a:pPr lvl="1"/>
            <a:r>
              <a:t>Body Level Two</a:t>
            </a:r>
          </a:p>
          <a:p>
            <a:pPr lvl="2"/>
            <a:r>
              <a:t>Body Level Three</a:t>
            </a:r>
          </a:p>
          <a:p>
            <a:pPr lvl="3"/>
            <a:r>
              <a:t>Body Level Four</a:t>
            </a:r>
          </a:p>
          <a:p>
            <a:pPr lvl="4"/>
            <a:r>
              <a:t>Body Level Five</a:t>
            </a:r>
          </a:p>
        </p:txBody>
      </p:sp>
      <p:sp>
        <p:nvSpPr>
          <p:cNvPr id="338"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1.xml><?xml version="1.0" encoding="utf-8"?>
<p:sldLayout xmlns:a="http://schemas.openxmlformats.org/drawingml/2006/main" xmlns:r="http://schemas.openxmlformats.org/officeDocument/2006/relationships" xmlns:p="http://schemas.openxmlformats.org/presentationml/2006/main" type="tx">
  <p:cSld name="1_boxes (4 tall)">
    <p:spTree>
      <p:nvGrpSpPr>
        <p:cNvPr id="1" name=""/>
        <p:cNvGrpSpPr/>
        <p:nvPr/>
      </p:nvGrpSpPr>
      <p:grpSpPr>
        <a:xfrm>
          <a:off x="0" y="0"/>
          <a:ext cx="0" cy="0"/>
          <a:chOff x="0" y="0"/>
          <a:chExt cx="0" cy="0"/>
        </a:xfrm>
      </p:grpSpPr>
      <p:sp>
        <p:nvSpPr>
          <p:cNvPr id="345" name="Body Level One…"/>
          <p:cNvSpPr txBox="1">
            <a:spLocks noGrp="1"/>
          </p:cNvSpPr>
          <p:nvPr>
            <p:ph type="body" sz="half" idx="1"/>
          </p:nvPr>
        </p:nvSpPr>
        <p:spPr>
          <a:xfrm>
            <a:off x="0" y="0"/>
            <a:ext cx="2286000" cy="5148072"/>
          </a:xfrm>
          <a:prstGeom prst="rect">
            <a:avLst/>
          </a:prstGeom>
        </p:spPr>
        <p:txBody>
          <a:bodyPr lIns="177800" tIns="177800" rIns="177800" bIns="177800">
            <a:normAutofit/>
          </a:bodyPr>
          <a:lstStyle>
            <a:lvl1pPr marL="50800"/>
            <a:lvl2pPr marL="222251" indent="-173735"/>
            <a:lvl3pPr marL="393704"/>
            <a:lvl4pPr marL="679457"/>
            <a:lvl5pPr marL="854084"/>
          </a:lstStyle>
          <a:p>
            <a:r>
              <a:t>Body Level One</a:t>
            </a:r>
          </a:p>
          <a:p>
            <a:pPr lvl="1"/>
            <a:r>
              <a:t>Body Level Two</a:t>
            </a:r>
          </a:p>
          <a:p>
            <a:pPr lvl="2"/>
            <a:r>
              <a:t>Body Level Three</a:t>
            </a:r>
          </a:p>
          <a:p>
            <a:pPr lvl="3"/>
            <a:r>
              <a:t>Body Level Four</a:t>
            </a:r>
          </a:p>
          <a:p>
            <a:pPr lvl="4"/>
            <a:r>
              <a:t>Body Level Five</a:t>
            </a:r>
          </a:p>
        </p:txBody>
      </p:sp>
      <p:sp>
        <p:nvSpPr>
          <p:cNvPr id="34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
        <p:nvSpPr>
          <p:cNvPr id="2" name="Rectangle 11">
            <a:extLst>
              <a:ext uri="{FF2B5EF4-FFF2-40B4-BE49-F238E27FC236}">
                <a16:creationId xmlns:a16="http://schemas.microsoft.com/office/drawing/2014/main" id="{6B9B1B37-F654-D791-1FAF-EE7A5C202E30}"/>
              </a:ext>
            </a:extLst>
          </p:cNvPr>
          <p:cNvSpPr/>
          <p:nvPr userDrawn="1"/>
        </p:nvSpPr>
        <p:spPr>
          <a:xfrm>
            <a:off x="6081621" y="-7196"/>
            <a:ext cx="3060701" cy="5150696"/>
          </a:xfrm>
          <a:prstGeom prst="rect">
            <a:avLst/>
          </a:prstGeom>
          <a:solidFill>
            <a:srgbClr val="F2F4F8"/>
          </a:solidFill>
          <a:ln w="12700">
            <a:miter lim="400000"/>
          </a:ln>
        </p:spPr>
        <p:txBody>
          <a:bodyPr tIns="91439" bIns="91439"/>
          <a:lstStyle/>
          <a:p>
            <a:pPr defTabSz="914400">
              <a:defRPr sz="1400"/>
            </a:pPr>
            <a:endParaRPr/>
          </a:p>
        </p:txBody>
      </p:sp>
    </p:spTree>
  </p:cSld>
  <p:clrMapOvr>
    <a:masterClrMapping/>
  </p:clrMapOvr>
  <p:transition spd="med"/>
</p:sldLayout>
</file>

<file path=ppt/slideLayouts/slideLayout32.xml><?xml version="1.0" encoding="utf-8"?>
<p:sldLayout xmlns:a="http://schemas.openxmlformats.org/drawingml/2006/main" xmlns:r="http://schemas.openxmlformats.org/officeDocument/2006/relationships" xmlns:p="http://schemas.openxmlformats.org/presentationml/2006/main" type="tx">
  <p:cSld name="title, text (1/4), content (3/4)">
    <p:spTree>
      <p:nvGrpSpPr>
        <p:cNvPr id="1" name=""/>
        <p:cNvGrpSpPr/>
        <p:nvPr/>
      </p:nvGrpSpPr>
      <p:grpSpPr>
        <a:xfrm>
          <a:off x="0" y="0"/>
          <a:ext cx="0" cy="0"/>
          <a:chOff x="0" y="0"/>
          <a:chExt cx="0" cy="0"/>
        </a:xfrm>
      </p:grpSpPr>
      <p:sp>
        <p:nvSpPr>
          <p:cNvPr id="354"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355" name="Body Level One…"/>
          <p:cNvSpPr txBox="1">
            <a:spLocks noGrp="1"/>
          </p:cNvSpPr>
          <p:nvPr>
            <p:ph type="body" sz="quarter" idx="1"/>
          </p:nvPr>
        </p:nvSpPr>
        <p:spPr>
          <a:xfrm>
            <a:off x="219456" y="1243583"/>
            <a:ext cx="1837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5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3.xml><?xml version="1.0" encoding="utf-8"?>
<p:sldLayout xmlns:a="http://schemas.openxmlformats.org/drawingml/2006/main" xmlns:r="http://schemas.openxmlformats.org/officeDocument/2006/relationships" xmlns:p="http://schemas.openxmlformats.org/presentationml/2006/main" type="tx">
  <p:cSld name="title, text (1/4), blank (3/4)">
    <p:spTree>
      <p:nvGrpSpPr>
        <p:cNvPr id="1" name=""/>
        <p:cNvGrpSpPr/>
        <p:nvPr/>
      </p:nvGrpSpPr>
      <p:grpSpPr>
        <a:xfrm>
          <a:off x="0" y="0"/>
          <a:ext cx="0" cy="0"/>
          <a:chOff x="0" y="0"/>
          <a:chExt cx="0" cy="0"/>
        </a:xfrm>
      </p:grpSpPr>
      <p:sp>
        <p:nvSpPr>
          <p:cNvPr id="363"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364" name="Body Level One…"/>
          <p:cNvSpPr txBox="1">
            <a:spLocks noGrp="1"/>
          </p:cNvSpPr>
          <p:nvPr>
            <p:ph type="body" sz="quarter" idx="1"/>
          </p:nvPr>
        </p:nvSpPr>
        <p:spPr>
          <a:xfrm>
            <a:off x="219456" y="1243583"/>
            <a:ext cx="1837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65"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4.xml><?xml version="1.0" encoding="utf-8"?>
<p:sldLayout xmlns:a="http://schemas.openxmlformats.org/drawingml/2006/main" xmlns:r="http://schemas.openxmlformats.org/officeDocument/2006/relationships" xmlns:p="http://schemas.openxmlformats.org/presentationml/2006/main" type="tx">
  <p:cSld name="case study 1: title, text (two columns), half-image">
    <p:spTree>
      <p:nvGrpSpPr>
        <p:cNvPr id="1" name=""/>
        <p:cNvGrpSpPr/>
        <p:nvPr/>
      </p:nvGrpSpPr>
      <p:grpSpPr>
        <a:xfrm>
          <a:off x="0" y="0"/>
          <a:ext cx="0" cy="0"/>
          <a:chOff x="0" y="0"/>
          <a:chExt cx="0" cy="0"/>
        </a:xfrm>
      </p:grpSpPr>
      <p:sp>
        <p:nvSpPr>
          <p:cNvPr id="372"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373" name="Body Level One…"/>
          <p:cNvSpPr txBox="1">
            <a:spLocks noGrp="1"/>
          </p:cNvSpPr>
          <p:nvPr>
            <p:ph type="body" sz="quarter" idx="1"/>
          </p:nvPr>
        </p:nvSpPr>
        <p:spPr>
          <a:xfrm>
            <a:off x="219456" y="1243583"/>
            <a:ext cx="1837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74" name="Text Placeholder 2"/>
          <p:cNvSpPr>
            <a:spLocks noGrp="1"/>
          </p:cNvSpPr>
          <p:nvPr>
            <p:ph type="body" sz="quarter" idx="21"/>
          </p:nvPr>
        </p:nvSpPr>
        <p:spPr>
          <a:xfrm>
            <a:off x="2505455" y="1259626"/>
            <a:ext cx="1837945" cy="3252216"/>
          </a:xfrm>
          <a:prstGeom prst="rect">
            <a:avLst/>
          </a:prstGeom>
        </p:spPr>
        <p:txBody>
          <a:bodyPr>
            <a:normAutofit/>
          </a:bodyPr>
          <a:lstStyle/>
          <a:p>
            <a:pPr>
              <a:spcBef>
                <a:spcPts val="300"/>
              </a:spcBef>
            </a:pPr>
            <a:endParaRPr/>
          </a:p>
        </p:txBody>
      </p:sp>
      <p:sp>
        <p:nvSpPr>
          <p:cNvPr id="375" name="Picture Placeholder"/>
          <p:cNvSpPr>
            <a:spLocks noGrp="1"/>
          </p:cNvSpPr>
          <p:nvPr>
            <p:ph type="pic" idx="22"/>
          </p:nvPr>
        </p:nvSpPr>
        <p:spPr>
          <a:xfrm>
            <a:off x="4572000" y="0"/>
            <a:ext cx="4572000" cy="5143500"/>
          </a:xfrm>
          <a:prstGeom prst="rect">
            <a:avLst/>
          </a:prstGeom>
        </p:spPr>
        <p:txBody>
          <a:bodyPr lIns="91439" tIns="45719" rIns="91439" bIns="45719"/>
          <a:lstStyle/>
          <a:p>
            <a:endParaRPr/>
          </a:p>
        </p:txBody>
      </p:sp>
      <p:sp>
        <p:nvSpPr>
          <p:cNvPr id="37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5.xml><?xml version="1.0" encoding="utf-8"?>
<p:sldLayout xmlns:a="http://schemas.openxmlformats.org/drawingml/2006/main" xmlns:r="http://schemas.openxmlformats.org/officeDocument/2006/relationships" xmlns:p="http://schemas.openxmlformats.org/presentationml/2006/main" type="tx">
  <p:cSld name="case study 2: title, text (2/4), quote (2/4)">
    <p:spTree>
      <p:nvGrpSpPr>
        <p:cNvPr id="1" name=""/>
        <p:cNvGrpSpPr/>
        <p:nvPr/>
      </p:nvGrpSpPr>
      <p:grpSpPr>
        <a:xfrm>
          <a:off x="0" y="0"/>
          <a:ext cx="0" cy="0"/>
          <a:chOff x="0" y="0"/>
          <a:chExt cx="0" cy="0"/>
        </a:xfrm>
      </p:grpSpPr>
      <p:sp>
        <p:nvSpPr>
          <p:cNvPr id="383"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384" name="Body Level One…"/>
          <p:cNvSpPr txBox="1">
            <a:spLocks noGrp="1"/>
          </p:cNvSpPr>
          <p:nvPr>
            <p:ph type="body" sz="quarter" idx="1"/>
          </p:nvPr>
        </p:nvSpPr>
        <p:spPr>
          <a:xfrm>
            <a:off x="219456" y="1243583"/>
            <a:ext cx="1837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85" name="Text Placeholder 2"/>
          <p:cNvSpPr>
            <a:spLocks noGrp="1"/>
          </p:cNvSpPr>
          <p:nvPr>
            <p:ph type="body" sz="quarter" idx="21"/>
          </p:nvPr>
        </p:nvSpPr>
        <p:spPr>
          <a:xfrm>
            <a:off x="2505455" y="1262633"/>
            <a:ext cx="1837945" cy="3252217"/>
          </a:xfrm>
          <a:prstGeom prst="rect">
            <a:avLst/>
          </a:prstGeom>
        </p:spPr>
        <p:txBody>
          <a:bodyPr>
            <a:normAutofit/>
          </a:bodyPr>
          <a:lstStyle/>
          <a:p>
            <a:pPr>
              <a:spcBef>
                <a:spcPts val="300"/>
              </a:spcBef>
              <a:defRPr sz="1000"/>
            </a:pPr>
            <a:endParaRPr/>
          </a:p>
        </p:txBody>
      </p:sp>
      <p:sp>
        <p:nvSpPr>
          <p:cNvPr id="386" name="Text Placeholder 3"/>
          <p:cNvSpPr>
            <a:spLocks noGrp="1"/>
          </p:cNvSpPr>
          <p:nvPr>
            <p:ph type="body" sz="half" idx="22"/>
          </p:nvPr>
        </p:nvSpPr>
        <p:spPr>
          <a:xfrm>
            <a:off x="4773167" y="1216152"/>
            <a:ext cx="4142233" cy="3279648"/>
          </a:xfrm>
          <a:prstGeom prst="rect">
            <a:avLst/>
          </a:prstGeom>
        </p:spPr>
        <p:txBody>
          <a:bodyPr>
            <a:normAutofit/>
          </a:bodyPr>
          <a:lstStyle/>
          <a:p>
            <a:pPr>
              <a:defRPr sz="2400"/>
            </a:pPr>
            <a:endParaRPr/>
          </a:p>
        </p:txBody>
      </p:sp>
      <p:sp>
        <p:nvSpPr>
          <p:cNvPr id="387"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6.xml><?xml version="1.0" encoding="utf-8"?>
<p:sldLayout xmlns:a="http://schemas.openxmlformats.org/drawingml/2006/main" xmlns:r="http://schemas.openxmlformats.org/officeDocument/2006/relationships" xmlns:p="http://schemas.openxmlformats.org/presentationml/2006/main" type="tx">
  <p:cSld name="table">
    <p:spTree>
      <p:nvGrpSpPr>
        <p:cNvPr id="1" name=""/>
        <p:cNvGrpSpPr/>
        <p:nvPr/>
      </p:nvGrpSpPr>
      <p:grpSpPr>
        <a:xfrm>
          <a:off x="0" y="0"/>
          <a:ext cx="0" cy="0"/>
          <a:chOff x="0" y="0"/>
          <a:chExt cx="0" cy="0"/>
        </a:xfrm>
      </p:grpSpPr>
      <p:sp>
        <p:nvSpPr>
          <p:cNvPr id="394" name="Body Level One…"/>
          <p:cNvSpPr txBox="1">
            <a:spLocks noGrp="1"/>
          </p:cNvSpPr>
          <p:nvPr>
            <p:ph type="body" sz="quarter" idx="1"/>
          </p:nvPr>
        </p:nvSpPr>
        <p:spPr>
          <a:xfrm>
            <a:off x="219456" y="188468"/>
            <a:ext cx="1837945" cy="429463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395"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7.xml><?xml version="1.0" encoding="utf-8"?>
<p:sldLayout xmlns:a="http://schemas.openxmlformats.org/drawingml/2006/main" xmlns:r="http://schemas.openxmlformats.org/officeDocument/2006/relationships" xmlns:p="http://schemas.openxmlformats.org/presentationml/2006/main" type="tx">
  <p:cSld name="blank (no footer)">
    <p:spTree>
      <p:nvGrpSpPr>
        <p:cNvPr id="1" name=""/>
        <p:cNvGrpSpPr/>
        <p:nvPr/>
      </p:nvGrpSpPr>
      <p:grpSpPr>
        <a:xfrm>
          <a:off x="0" y="0"/>
          <a:ext cx="0" cy="0"/>
          <a:chOff x="0" y="0"/>
          <a:chExt cx="0" cy="0"/>
        </a:xfrm>
      </p:grpSpPr>
      <p:sp>
        <p:nvSpPr>
          <p:cNvPr id="409"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8.xml><?xml version="1.0" encoding="utf-8"?>
<p:sldLayout xmlns:a="http://schemas.openxmlformats.org/drawingml/2006/main" xmlns:r="http://schemas.openxmlformats.org/officeDocument/2006/relationships" xmlns:p="http://schemas.openxmlformats.org/presentationml/2006/main" type="tx">
  <p:cSld name="thank you">
    <p:spTree>
      <p:nvGrpSpPr>
        <p:cNvPr id="1" name=""/>
        <p:cNvGrpSpPr/>
        <p:nvPr/>
      </p:nvGrpSpPr>
      <p:grpSpPr>
        <a:xfrm>
          <a:off x="0" y="0"/>
          <a:ext cx="0" cy="0"/>
          <a:chOff x="0" y="0"/>
          <a:chExt cx="0" cy="0"/>
        </a:xfrm>
      </p:grpSpPr>
      <p:sp>
        <p:nvSpPr>
          <p:cNvPr id="416"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417" name="Body Level One…"/>
          <p:cNvSpPr txBox="1">
            <a:spLocks noGrp="1"/>
          </p:cNvSpPr>
          <p:nvPr>
            <p:ph type="body" sz="quarter" idx="1"/>
          </p:nvPr>
        </p:nvSpPr>
        <p:spPr>
          <a:xfrm>
            <a:off x="219456" y="1261872"/>
            <a:ext cx="4123945" cy="1309878"/>
          </a:xfrm>
          <a:prstGeom prst="rect">
            <a:avLst/>
          </a:prstGeom>
        </p:spPr>
        <p:txBody>
          <a:bodyPr>
            <a:normAutofit/>
          </a:bodyPr>
          <a:lstStyle>
            <a:lvl1pPr>
              <a:spcBef>
                <a:spcPts val="0"/>
              </a:spcBef>
              <a:defRPr sz="1000"/>
            </a:lvl1pPr>
            <a:lvl2pPr marL="0" indent="0">
              <a:spcBef>
                <a:spcPts val="0"/>
              </a:spcBef>
              <a:buSzTx/>
              <a:buNone/>
              <a:defRPr sz="1000"/>
            </a:lvl2pPr>
            <a:lvl3pPr marL="0" indent="201614">
              <a:spcBef>
                <a:spcPts val="0"/>
              </a:spcBef>
              <a:buSzTx/>
              <a:buNone/>
              <a:defRPr sz="1000"/>
            </a:lvl3pPr>
            <a:lvl4pPr marL="0" indent="434981">
              <a:spcBef>
                <a:spcPts val="0"/>
              </a:spcBef>
              <a:buSzTx/>
              <a:buNone/>
              <a:defRPr sz="1000"/>
            </a:lvl4pPr>
            <a:lvl5pPr marL="0" indent="631832">
              <a:spcBef>
                <a:spcPts val="0"/>
              </a:spcBef>
              <a:buSzTx/>
              <a:buNone/>
              <a:defRPr sz="1000"/>
            </a:lvl5pPr>
          </a:lstStyle>
          <a:p>
            <a:r>
              <a:t>Body Level One</a:t>
            </a:r>
          </a:p>
          <a:p>
            <a:pPr lvl="1"/>
            <a:r>
              <a:t>Body Level Two</a:t>
            </a:r>
          </a:p>
          <a:p>
            <a:pPr lvl="2"/>
            <a:r>
              <a:t>Body Level Three</a:t>
            </a:r>
          </a:p>
          <a:p>
            <a:pPr lvl="3"/>
            <a:r>
              <a:t>Body Level Four</a:t>
            </a:r>
          </a:p>
          <a:p>
            <a:pPr lvl="4"/>
            <a:r>
              <a:t>Body Level Five</a:t>
            </a:r>
          </a:p>
        </p:txBody>
      </p:sp>
      <p:sp>
        <p:nvSpPr>
          <p:cNvPr id="418" name="Text Placeholder 2"/>
          <p:cNvSpPr>
            <a:spLocks noGrp="1"/>
          </p:cNvSpPr>
          <p:nvPr>
            <p:ph type="body" sz="quarter" idx="21"/>
          </p:nvPr>
        </p:nvSpPr>
        <p:spPr>
          <a:xfrm>
            <a:off x="219456" y="3209544"/>
            <a:ext cx="6409945" cy="1307593"/>
          </a:xfrm>
          <a:prstGeom prst="rect">
            <a:avLst/>
          </a:prstGeom>
        </p:spPr>
        <p:txBody>
          <a:bodyPr anchor="b">
            <a:normAutofit/>
          </a:bodyPr>
          <a:lstStyle/>
          <a:p>
            <a:pPr>
              <a:spcBef>
                <a:spcPts val="300"/>
              </a:spcBef>
              <a:defRPr sz="600"/>
            </a:pPr>
            <a:endParaRPr/>
          </a:p>
        </p:txBody>
      </p:sp>
      <p:sp>
        <p:nvSpPr>
          <p:cNvPr id="419"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39.xml><?xml version="1.0" encoding="utf-8"?>
<p:sldLayout xmlns:a="http://schemas.openxmlformats.org/drawingml/2006/main" xmlns:r="http://schemas.openxmlformats.org/officeDocument/2006/relationships" xmlns:p="http://schemas.openxmlformats.org/presentationml/2006/main" type="tx">
  <p:cSld name="ibm sign-off (blue60)">
    <p:spTree>
      <p:nvGrpSpPr>
        <p:cNvPr id="1" name=""/>
        <p:cNvGrpSpPr/>
        <p:nvPr/>
      </p:nvGrpSpPr>
      <p:grpSpPr>
        <a:xfrm>
          <a:off x="0" y="0"/>
          <a:ext cx="0" cy="0"/>
          <a:chOff x="0" y="0"/>
          <a:chExt cx="0" cy="0"/>
        </a:xfrm>
      </p:grpSpPr>
      <p:pic>
        <p:nvPicPr>
          <p:cNvPr id="426" name="Picture" descr="Picture"/>
          <p:cNvPicPr>
            <a:picLocks noChangeAspect="1"/>
          </p:cNvPicPr>
          <p:nvPr/>
        </p:nvPicPr>
        <p:blipFill>
          <a:blip r:embed="rId2"/>
          <a:stretch>
            <a:fillRect/>
          </a:stretch>
        </p:blipFill>
        <p:spPr>
          <a:xfrm>
            <a:off x="3923196" y="2312884"/>
            <a:ext cx="1297607" cy="517732"/>
          </a:xfrm>
          <a:prstGeom prst="rect">
            <a:avLst/>
          </a:prstGeom>
          <a:ln w="12700">
            <a:miter lim="400000"/>
          </a:ln>
        </p:spPr>
      </p:pic>
      <p:sp>
        <p:nvSpPr>
          <p:cNvPr id="427"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0.xml><?xml version="1.0" encoding="utf-8"?>
<p:sldLayout xmlns:a="http://schemas.openxmlformats.org/drawingml/2006/main" xmlns:r="http://schemas.openxmlformats.org/officeDocument/2006/relationships" xmlns:p="http://schemas.openxmlformats.org/presentationml/2006/main" type="tx">
  <p:cSld name="ibm sign-off (blue80)">
    <p:spTree>
      <p:nvGrpSpPr>
        <p:cNvPr id="1" name=""/>
        <p:cNvGrpSpPr/>
        <p:nvPr/>
      </p:nvGrpSpPr>
      <p:grpSpPr>
        <a:xfrm>
          <a:off x="0" y="0"/>
          <a:ext cx="0" cy="0"/>
          <a:chOff x="0" y="0"/>
          <a:chExt cx="0" cy="0"/>
        </a:xfrm>
      </p:grpSpPr>
      <p:pic>
        <p:nvPicPr>
          <p:cNvPr id="434" name="Picture" descr="Picture"/>
          <p:cNvPicPr>
            <a:picLocks noChangeAspect="1"/>
          </p:cNvPicPr>
          <p:nvPr/>
        </p:nvPicPr>
        <p:blipFill>
          <a:blip r:embed="rId2"/>
          <a:stretch>
            <a:fillRect/>
          </a:stretch>
        </p:blipFill>
        <p:spPr>
          <a:xfrm>
            <a:off x="3923198" y="2312884"/>
            <a:ext cx="1297605" cy="517732"/>
          </a:xfrm>
          <a:prstGeom prst="rect">
            <a:avLst/>
          </a:prstGeom>
          <a:ln w="12700">
            <a:miter lim="400000"/>
          </a:ln>
        </p:spPr>
      </p:pic>
      <p:sp>
        <p:nvSpPr>
          <p:cNvPr id="435"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1.xml><?xml version="1.0" encoding="utf-8"?>
<p:sldLayout xmlns:a="http://schemas.openxmlformats.org/drawingml/2006/main" xmlns:r="http://schemas.openxmlformats.org/officeDocument/2006/relationships" xmlns:p="http://schemas.openxmlformats.org/presentationml/2006/main" type="tx">
  <p:cSld name="ibm sign-off (black)">
    <p:spTree>
      <p:nvGrpSpPr>
        <p:cNvPr id="1" name=""/>
        <p:cNvGrpSpPr/>
        <p:nvPr/>
      </p:nvGrpSpPr>
      <p:grpSpPr>
        <a:xfrm>
          <a:off x="0" y="0"/>
          <a:ext cx="0" cy="0"/>
          <a:chOff x="0" y="0"/>
          <a:chExt cx="0" cy="0"/>
        </a:xfrm>
      </p:grpSpPr>
      <p:pic>
        <p:nvPicPr>
          <p:cNvPr id="442" name="Picture" descr="Picture"/>
          <p:cNvPicPr>
            <a:picLocks noChangeAspect="1"/>
          </p:cNvPicPr>
          <p:nvPr/>
        </p:nvPicPr>
        <p:blipFill>
          <a:blip r:embed="rId2"/>
          <a:stretch>
            <a:fillRect/>
          </a:stretch>
        </p:blipFill>
        <p:spPr>
          <a:xfrm>
            <a:off x="3923196" y="2312884"/>
            <a:ext cx="1297607" cy="517733"/>
          </a:xfrm>
          <a:prstGeom prst="rect">
            <a:avLst/>
          </a:prstGeom>
          <a:ln w="12700">
            <a:miter lim="400000"/>
          </a:ln>
        </p:spPr>
      </p:pic>
      <p:sp>
        <p:nvSpPr>
          <p:cNvPr id="443"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type="tx">
  <p:cSld name="divider">
    <p:spTree>
      <p:nvGrpSpPr>
        <p:cNvPr id="1" name=""/>
        <p:cNvGrpSpPr/>
        <p:nvPr/>
      </p:nvGrpSpPr>
      <p:grpSpPr>
        <a:xfrm>
          <a:off x="0" y="0"/>
          <a:ext cx="0" cy="0"/>
          <a:chOff x="0" y="0"/>
          <a:chExt cx="0" cy="0"/>
        </a:xfrm>
      </p:grpSpPr>
      <p:grpSp>
        <p:nvGrpSpPr>
          <p:cNvPr id="494" name="Group 2"/>
          <p:cNvGrpSpPr/>
          <p:nvPr/>
        </p:nvGrpSpPr>
        <p:grpSpPr>
          <a:xfrm>
            <a:off x="-109731" y="-109856"/>
            <a:ext cx="9364222" cy="5364482"/>
            <a:chOff x="0" y="0"/>
            <a:chExt cx="9364220" cy="5364480"/>
          </a:xfrm>
        </p:grpSpPr>
        <p:grpSp>
          <p:nvGrpSpPr>
            <p:cNvPr id="461" name="Group 59"/>
            <p:cNvGrpSpPr/>
            <p:nvPr/>
          </p:nvGrpSpPr>
          <p:grpSpPr>
            <a:xfrm>
              <a:off x="338965" y="0"/>
              <a:ext cx="8686732" cy="91441"/>
              <a:chOff x="0" y="0"/>
              <a:chExt cx="8686732" cy="91440"/>
            </a:xfrm>
          </p:grpSpPr>
          <p:sp>
            <p:nvSpPr>
              <p:cNvPr id="450"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1"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2"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3"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4"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5"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6"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7"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8"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59"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0"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473" name="Group 60"/>
            <p:cNvGrpSpPr/>
            <p:nvPr/>
          </p:nvGrpSpPr>
          <p:grpSpPr>
            <a:xfrm>
              <a:off x="338965" y="5273040"/>
              <a:ext cx="8686732" cy="91441"/>
              <a:chOff x="0" y="0"/>
              <a:chExt cx="8686732" cy="91440"/>
            </a:xfrm>
          </p:grpSpPr>
          <p:sp>
            <p:nvSpPr>
              <p:cNvPr id="462"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3"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4"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5"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6"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7"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8"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69"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0"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1"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2"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483" name="Group 61"/>
            <p:cNvGrpSpPr/>
            <p:nvPr/>
          </p:nvGrpSpPr>
          <p:grpSpPr>
            <a:xfrm>
              <a:off x="0" y="338074"/>
              <a:ext cx="91441" cy="4686681"/>
              <a:chOff x="0" y="0"/>
              <a:chExt cx="91440" cy="4686681"/>
            </a:xfrm>
          </p:grpSpPr>
          <p:sp>
            <p:nvSpPr>
              <p:cNvPr id="474"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5"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6"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7"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8"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79"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0"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1"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2"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493" name="Group 62"/>
            <p:cNvGrpSpPr/>
            <p:nvPr/>
          </p:nvGrpSpPr>
          <p:grpSpPr>
            <a:xfrm>
              <a:off x="9272780" y="338073"/>
              <a:ext cx="91441" cy="4685667"/>
              <a:chOff x="0" y="0"/>
              <a:chExt cx="91440" cy="4685665"/>
            </a:xfrm>
          </p:grpSpPr>
          <p:sp>
            <p:nvSpPr>
              <p:cNvPr id="484"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5"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6"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7"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8"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89"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90"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91"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92"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495" name="Title Text"/>
          <p:cNvSpPr txBox="1">
            <a:spLocks noGrp="1"/>
          </p:cNvSpPr>
          <p:nvPr>
            <p:ph type="title"/>
          </p:nvPr>
        </p:nvSpPr>
        <p:spPr>
          <a:xfrm>
            <a:off x="210311" y="201168"/>
            <a:ext cx="4142234" cy="4294633"/>
          </a:xfrm>
          <a:prstGeom prst="rect">
            <a:avLst/>
          </a:prstGeom>
        </p:spPr>
        <p:txBody>
          <a:bodyPr>
            <a:normAutofit/>
          </a:bodyPr>
          <a:lstStyle>
            <a:lvl1pPr>
              <a:defRPr>
                <a:solidFill>
                  <a:schemeClr val="accent2"/>
                </a:solidFill>
              </a:defRPr>
            </a:lvl1pPr>
          </a:lstStyle>
          <a:p>
            <a:r>
              <a:t>Title Text</a:t>
            </a:r>
          </a:p>
        </p:txBody>
      </p:sp>
      <p:sp>
        <p:nvSpPr>
          <p:cNvPr id="49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type="tx">
  <p:cSld name="title, text (two columns, different text sizes)">
    <p:spTree>
      <p:nvGrpSpPr>
        <p:cNvPr id="1" name=""/>
        <p:cNvGrpSpPr/>
        <p:nvPr/>
      </p:nvGrpSpPr>
      <p:grpSpPr>
        <a:xfrm>
          <a:off x="0" y="0"/>
          <a:ext cx="0" cy="0"/>
          <a:chOff x="0" y="0"/>
          <a:chExt cx="0" cy="0"/>
        </a:xfrm>
      </p:grpSpPr>
      <p:grpSp>
        <p:nvGrpSpPr>
          <p:cNvPr id="547" name="Group 2"/>
          <p:cNvGrpSpPr/>
          <p:nvPr/>
        </p:nvGrpSpPr>
        <p:grpSpPr>
          <a:xfrm>
            <a:off x="-109731" y="-109856"/>
            <a:ext cx="9364222" cy="5364482"/>
            <a:chOff x="0" y="0"/>
            <a:chExt cx="9364220" cy="5364480"/>
          </a:xfrm>
        </p:grpSpPr>
        <p:grpSp>
          <p:nvGrpSpPr>
            <p:cNvPr id="514" name="Group 59"/>
            <p:cNvGrpSpPr/>
            <p:nvPr/>
          </p:nvGrpSpPr>
          <p:grpSpPr>
            <a:xfrm>
              <a:off x="338965" y="0"/>
              <a:ext cx="8686732" cy="91441"/>
              <a:chOff x="0" y="0"/>
              <a:chExt cx="8686732" cy="91440"/>
            </a:xfrm>
          </p:grpSpPr>
          <p:sp>
            <p:nvSpPr>
              <p:cNvPr id="503"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04"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05"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06"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07"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08"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09"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0"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1"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2"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3"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526" name="Group 60"/>
            <p:cNvGrpSpPr/>
            <p:nvPr/>
          </p:nvGrpSpPr>
          <p:grpSpPr>
            <a:xfrm>
              <a:off x="338965" y="5273040"/>
              <a:ext cx="8686732" cy="91441"/>
              <a:chOff x="0" y="0"/>
              <a:chExt cx="8686732" cy="91440"/>
            </a:xfrm>
          </p:grpSpPr>
          <p:sp>
            <p:nvSpPr>
              <p:cNvPr id="515"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6"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7"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8"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19"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0"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1"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2"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3"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4"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5"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536" name="Group 61"/>
            <p:cNvGrpSpPr/>
            <p:nvPr/>
          </p:nvGrpSpPr>
          <p:grpSpPr>
            <a:xfrm>
              <a:off x="0" y="338074"/>
              <a:ext cx="91441" cy="4686681"/>
              <a:chOff x="0" y="0"/>
              <a:chExt cx="91440" cy="4686681"/>
            </a:xfrm>
          </p:grpSpPr>
          <p:sp>
            <p:nvSpPr>
              <p:cNvPr id="527"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8"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29"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0"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1"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2"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3"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4"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5"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546" name="Group 62"/>
            <p:cNvGrpSpPr/>
            <p:nvPr/>
          </p:nvGrpSpPr>
          <p:grpSpPr>
            <a:xfrm>
              <a:off x="9272780" y="338073"/>
              <a:ext cx="91441" cy="4685667"/>
              <a:chOff x="0" y="0"/>
              <a:chExt cx="91440" cy="4685665"/>
            </a:xfrm>
          </p:grpSpPr>
          <p:sp>
            <p:nvSpPr>
              <p:cNvPr id="537"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8"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39"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40"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41"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42"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43"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44"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45"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548" name="Title Text"/>
          <p:cNvSpPr txBox="1">
            <a:spLocks noGrp="1"/>
          </p:cNvSpPr>
          <p:nvPr>
            <p:ph type="title"/>
          </p:nvPr>
        </p:nvSpPr>
        <p:spPr>
          <a:xfrm>
            <a:off x="210311" y="201168"/>
            <a:ext cx="4142234" cy="804673"/>
          </a:xfrm>
          <a:prstGeom prst="rect">
            <a:avLst/>
          </a:prstGeom>
        </p:spPr>
        <p:txBody>
          <a:bodyPr>
            <a:normAutofit/>
          </a:bodyPr>
          <a:lstStyle/>
          <a:p>
            <a:r>
              <a:t>Title Text</a:t>
            </a:r>
          </a:p>
        </p:txBody>
      </p:sp>
      <p:sp>
        <p:nvSpPr>
          <p:cNvPr id="549" name="Body Level One…"/>
          <p:cNvSpPr txBox="1">
            <a:spLocks noGrp="1"/>
          </p:cNvSpPr>
          <p:nvPr>
            <p:ph type="body" sz="half" idx="1"/>
          </p:nvPr>
        </p:nvSpPr>
        <p:spPr>
          <a:xfrm>
            <a:off x="210311" y="1216152"/>
            <a:ext cx="4142234" cy="3279648"/>
          </a:xfrm>
          <a:prstGeom prst="rect">
            <a:avLst/>
          </a:prstGeom>
        </p:spPr>
        <p:txBody>
          <a:bodyPr>
            <a:normAutofit/>
          </a:bodyPr>
          <a:lstStyle>
            <a:lvl1pPr>
              <a:defRPr sz="2400"/>
            </a:lvl1pPr>
            <a:lvl2pPr marL="295549" indent="-297833">
              <a:defRPr sz="2400"/>
            </a:lvl2pPr>
            <a:lvl3pPr marL="467002" indent="-297833">
              <a:defRPr sz="2400"/>
            </a:lvl3pPr>
            <a:lvl4pPr marL="752755" indent="-297833">
              <a:defRPr sz="2400"/>
            </a:lvl4pPr>
            <a:lvl5pPr marL="927382" indent="-297833">
              <a:defRPr sz="2400"/>
            </a:lvl5pPr>
          </a:lstStyle>
          <a:p>
            <a:r>
              <a:t>Body Level One</a:t>
            </a:r>
          </a:p>
          <a:p>
            <a:pPr lvl="1"/>
            <a:r>
              <a:t>Body Level Two</a:t>
            </a:r>
          </a:p>
          <a:p>
            <a:pPr lvl="2"/>
            <a:r>
              <a:t>Body Level Three</a:t>
            </a:r>
          </a:p>
          <a:p>
            <a:pPr lvl="3"/>
            <a:r>
              <a:t>Body Level Four</a:t>
            </a:r>
          </a:p>
          <a:p>
            <a:pPr lvl="4"/>
            <a:r>
              <a:t>Body Level Five</a:t>
            </a:r>
          </a:p>
        </p:txBody>
      </p:sp>
      <p:sp>
        <p:nvSpPr>
          <p:cNvPr id="550" name="Text Placeholder"/>
          <p:cNvSpPr>
            <a:spLocks noGrp="1"/>
          </p:cNvSpPr>
          <p:nvPr>
            <p:ph type="body" sz="half" idx="21"/>
          </p:nvPr>
        </p:nvSpPr>
        <p:spPr>
          <a:xfrm>
            <a:off x="4791455" y="1243583"/>
            <a:ext cx="4123945" cy="3252217"/>
          </a:xfrm>
          <a:prstGeom prst="rect">
            <a:avLst/>
          </a:prstGeom>
        </p:spPr>
        <p:txBody>
          <a:bodyPr>
            <a:normAutofit/>
          </a:bodyPr>
          <a:lstStyle/>
          <a:p>
            <a:endParaRPr/>
          </a:p>
        </p:txBody>
      </p:sp>
      <p:sp>
        <p:nvSpPr>
          <p:cNvPr id="551"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tx">
  <p:cSld name="title (gray box) over image(s)">
    <p:spTree>
      <p:nvGrpSpPr>
        <p:cNvPr id="1" name=""/>
        <p:cNvGrpSpPr/>
        <p:nvPr/>
      </p:nvGrpSpPr>
      <p:grpSpPr>
        <a:xfrm>
          <a:off x="0" y="0"/>
          <a:ext cx="0" cy="0"/>
          <a:chOff x="0" y="0"/>
          <a:chExt cx="0" cy="0"/>
        </a:xfrm>
      </p:grpSpPr>
      <p:grpSp>
        <p:nvGrpSpPr>
          <p:cNvPr id="602" name="Group 2"/>
          <p:cNvGrpSpPr/>
          <p:nvPr/>
        </p:nvGrpSpPr>
        <p:grpSpPr>
          <a:xfrm>
            <a:off x="-109731" y="-109856"/>
            <a:ext cx="9364222" cy="5364482"/>
            <a:chOff x="0" y="0"/>
            <a:chExt cx="9364220" cy="5364480"/>
          </a:xfrm>
        </p:grpSpPr>
        <p:grpSp>
          <p:nvGrpSpPr>
            <p:cNvPr id="569" name="Group 59"/>
            <p:cNvGrpSpPr/>
            <p:nvPr/>
          </p:nvGrpSpPr>
          <p:grpSpPr>
            <a:xfrm>
              <a:off x="338965" y="0"/>
              <a:ext cx="8686732" cy="91441"/>
              <a:chOff x="0" y="0"/>
              <a:chExt cx="8686732" cy="91440"/>
            </a:xfrm>
          </p:grpSpPr>
          <p:sp>
            <p:nvSpPr>
              <p:cNvPr id="558"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59"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0"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1"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2"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3"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4"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5"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6"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7"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68"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581" name="Group 60"/>
            <p:cNvGrpSpPr/>
            <p:nvPr/>
          </p:nvGrpSpPr>
          <p:grpSpPr>
            <a:xfrm>
              <a:off x="338965" y="5273040"/>
              <a:ext cx="8686732" cy="91441"/>
              <a:chOff x="0" y="0"/>
              <a:chExt cx="8686732" cy="91440"/>
            </a:xfrm>
          </p:grpSpPr>
          <p:sp>
            <p:nvSpPr>
              <p:cNvPr id="570"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1"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2"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3"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4"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5"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6"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7"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8"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79"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0"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591" name="Group 61"/>
            <p:cNvGrpSpPr/>
            <p:nvPr/>
          </p:nvGrpSpPr>
          <p:grpSpPr>
            <a:xfrm>
              <a:off x="0" y="338074"/>
              <a:ext cx="91441" cy="4686681"/>
              <a:chOff x="0" y="0"/>
              <a:chExt cx="91440" cy="4686681"/>
            </a:xfrm>
          </p:grpSpPr>
          <p:sp>
            <p:nvSpPr>
              <p:cNvPr id="582"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3"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4"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5"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6"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7"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8"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89"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0"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601" name="Group 62"/>
            <p:cNvGrpSpPr/>
            <p:nvPr/>
          </p:nvGrpSpPr>
          <p:grpSpPr>
            <a:xfrm>
              <a:off x="9272780" y="338073"/>
              <a:ext cx="91441" cy="4685667"/>
              <a:chOff x="0" y="0"/>
              <a:chExt cx="91440" cy="4685665"/>
            </a:xfrm>
          </p:grpSpPr>
          <p:sp>
            <p:nvSpPr>
              <p:cNvPr id="592"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3"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4"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5"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6"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7"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8"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99"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00"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603" name="Title Text"/>
          <p:cNvSpPr txBox="1">
            <a:spLocks noGrp="1"/>
          </p:cNvSpPr>
          <p:nvPr>
            <p:ph type="title"/>
          </p:nvPr>
        </p:nvSpPr>
        <p:spPr>
          <a:xfrm>
            <a:off x="0" y="0"/>
            <a:ext cx="9144000" cy="1276350"/>
          </a:xfrm>
          <a:prstGeom prst="rect">
            <a:avLst/>
          </a:prstGeom>
          <a:solidFill>
            <a:srgbClr val="F4F4F4"/>
          </a:solidFill>
        </p:spPr>
        <p:txBody>
          <a:bodyPr lIns="201168" tIns="201168" rIns="201168" bIns="201168">
            <a:normAutofit/>
          </a:bodyPr>
          <a:lstStyle/>
          <a:p>
            <a:r>
              <a:t>Title Text</a:t>
            </a:r>
          </a:p>
        </p:txBody>
      </p:sp>
      <p:sp>
        <p:nvSpPr>
          <p:cNvPr id="604" name="Picture Placeholder"/>
          <p:cNvSpPr>
            <a:spLocks noGrp="1"/>
          </p:cNvSpPr>
          <p:nvPr>
            <p:ph type="pic" idx="21"/>
          </p:nvPr>
        </p:nvSpPr>
        <p:spPr>
          <a:xfrm>
            <a:off x="0" y="1276350"/>
            <a:ext cx="9144000" cy="3867150"/>
          </a:xfrm>
          <a:prstGeom prst="rect">
            <a:avLst/>
          </a:prstGeom>
        </p:spPr>
        <p:txBody>
          <a:bodyPr lIns="91439" tIns="45719" rIns="91439" bIns="45719"/>
          <a:lstStyle/>
          <a:p>
            <a:endParaRPr/>
          </a:p>
        </p:txBody>
      </p:sp>
      <p:sp>
        <p:nvSpPr>
          <p:cNvPr id="605"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type="tx">
  <p:cSld name="title, text">
    <p:spTree>
      <p:nvGrpSpPr>
        <p:cNvPr id="1" name=""/>
        <p:cNvGrpSpPr/>
        <p:nvPr/>
      </p:nvGrpSpPr>
      <p:grpSpPr>
        <a:xfrm>
          <a:off x="0" y="0"/>
          <a:ext cx="0" cy="0"/>
          <a:chOff x="0" y="0"/>
          <a:chExt cx="0" cy="0"/>
        </a:xfrm>
      </p:grpSpPr>
      <p:grpSp>
        <p:nvGrpSpPr>
          <p:cNvPr id="656" name="Group 2"/>
          <p:cNvGrpSpPr/>
          <p:nvPr/>
        </p:nvGrpSpPr>
        <p:grpSpPr>
          <a:xfrm>
            <a:off x="-109731" y="-109856"/>
            <a:ext cx="9364222" cy="5364482"/>
            <a:chOff x="0" y="0"/>
            <a:chExt cx="9364220" cy="5364480"/>
          </a:xfrm>
        </p:grpSpPr>
        <p:grpSp>
          <p:nvGrpSpPr>
            <p:cNvPr id="623" name="Group 59"/>
            <p:cNvGrpSpPr/>
            <p:nvPr/>
          </p:nvGrpSpPr>
          <p:grpSpPr>
            <a:xfrm>
              <a:off x="338965" y="0"/>
              <a:ext cx="8686732" cy="91441"/>
              <a:chOff x="0" y="0"/>
              <a:chExt cx="8686732" cy="91440"/>
            </a:xfrm>
          </p:grpSpPr>
          <p:sp>
            <p:nvSpPr>
              <p:cNvPr id="612"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3"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4"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5"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6"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7"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8"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19"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0"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1"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2"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635" name="Group 60"/>
            <p:cNvGrpSpPr/>
            <p:nvPr/>
          </p:nvGrpSpPr>
          <p:grpSpPr>
            <a:xfrm>
              <a:off x="338965" y="5273040"/>
              <a:ext cx="8686732" cy="91441"/>
              <a:chOff x="0" y="0"/>
              <a:chExt cx="8686732" cy="91440"/>
            </a:xfrm>
          </p:grpSpPr>
          <p:sp>
            <p:nvSpPr>
              <p:cNvPr id="624"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5"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6"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7"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8"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29"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0"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1"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2"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3"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4"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645" name="Group 61"/>
            <p:cNvGrpSpPr/>
            <p:nvPr/>
          </p:nvGrpSpPr>
          <p:grpSpPr>
            <a:xfrm>
              <a:off x="0" y="338074"/>
              <a:ext cx="91441" cy="4686681"/>
              <a:chOff x="0" y="0"/>
              <a:chExt cx="91440" cy="4686681"/>
            </a:xfrm>
          </p:grpSpPr>
          <p:sp>
            <p:nvSpPr>
              <p:cNvPr id="636"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7"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8"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39"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0"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1"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2"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3"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4"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655" name="Group 62"/>
            <p:cNvGrpSpPr/>
            <p:nvPr/>
          </p:nvGrpSpPr>
          <p:grpSpPr>
            <a:xfrm>
              <a:off x="9272780" y="338073"/>
              <a:ext cx="91441" cy="4685667"/>
              <a:chOff x="0" y="0"/>
              <a:chExt cx="91440" cy="4685665"/>
            </a:xfrm>
          </p:grpSpPr>
          <p:sp>
            <p:nvSpPr>
              <p:cNvPr id="646"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7"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8"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49"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50"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51"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52"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53"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54"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657" name="Title Text"/>
          <p:cNvSpPr txBox="1">
            <a:spLocks noGrp="1"/>
          </p:cNvSpPr>
          <p:nvPr>
            <p:ph type="title"/>
          </p:nvPr>
        </p:nvSpPr>
        <p:spPr>
          <a:xfrm>
            <a:off x="210311" y="201168"/>
            <a:ext cx="4142234" cy="4294633"/>
          </a:xfrm>
          <a:prstGeom prst="rect">
            <a:avLst/>
          </a:prstGeom>
        </p:spPr>
        <p:txBody>
          <a:bodyPr>
            <a:normAutofit/>
          </a:bodyPr>
          <a:lstStyle/>
          <a:p>
            <a:r>
              <a:t>Title Text</a:t>
            </a:r>
          </a:p>
        </p:txBody>
      </p:sp>
      <p:sp>
        <p:nvSpPr>
          <p:cNvPr id="658" name="Body Level One…"/>
          <p:cNvSpPr txBox="1">
            <a:spLocks noGrp="1"/>
          </p:cNvSpPr>
          <p:nvPr>
            <p:ph type="body" sz="half" idx="1"/>
          </p:nvPr>
        </p:nvSpPr>
        <p:spPr>
          <a:xfrm>
            <a:off x="4791455" y="201168"/>
            <a:ext cx="4123945" cy="4294633"/>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659"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type="tx">
  <p:cSld name="cover">
    <p:spTree>
      <p:nvGrpSpPr>
        <p:cNvPr id="1" name=""/>
        <p:cNvGrpSpPr/>
        <p:nvPr/>
      </p:nvGrpSpPr>
      <p:grpSpPr>
        <a:xfrm>
          <a:off x="0" y="0"/>
          <a:ext cx="0" cy="0"/>
          <a:chOff x="0" y="0"/>
          <a:chExt cx="0" cy="0"/>
        </a:xfrm>
      </p:grpSpPr>
      <p:grpSp>
        <p:nvGrpSpPr>
          <p:cNvPr id="710" name="Group 2"/>
          <p:cNvGrpSpPr/>
          <p:nvPr/>
        </p:nvGrpSpPr>
        <p:grpSpPr>
          <a:xfrm>
            <a:off x="-109731" y="-109856"/>
            <a:ext cx="9364222" cy="5364482"/>
            <a:chOff x="0" y="0"/>
            <a:chExt cx="9364220" cy="5364480"/>
          </a:xfrm>
        </p:grpSpPr>
        <p:grpSp>
          <p:nvGrpSpPr>
            <p:cNvPr id="677" name="Group 59"/>
            <p:cNvGrpSpPr/>
            <p:nvPr/>
          </p:nvGrpSpPr>
          <p:grpSpPr>
            <a:xfrm>
              <a:off x="338965" y="0"/>
              <a:ext cx="8686732" cy="91441"/>
              <a:chOff x="0" y="0"/>
              <a:chExt cx="8686732" cy="91440"/>
            </a:xfrm>
          </p:grpSpPr>
          <p:sp>
            <p:nvSpPr>
              <p:cNvPr id="666"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67"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68"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69"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0"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1"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2"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3"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4"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5"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6"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689" name="Group 60"/>
            <p:cNvGrpSpPr/>
            <p:nvPr/>
          </p:nvGrpSpPr>
          <p:grpSpPr>
            <a:xfrm>
              <a:off x="338965" y="5273040"/>
              <a:ext cx="8686732" cy="91441"/>
              <a:chOff x="0" y="0"/>
              <a:chExt cx="8686732" cy="91440"/>
            </a:xfrm>
          </p:grpSpPr>
          <p:sp>
            <p:nvSpPr>
              <p:cNvPr id="678"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79"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0"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1"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2"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3"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4"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5"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6"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7"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88"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699" name="Group 61"/>
            <p:cNvGrpSpPr/>
            <p:nvPr/>
          </p:nvGrpSpPr>
          <p:grpSpPr>
            <a:xfrm>
              <a:off x="0" y="338074"/>
              <a:ext cx="91441" cy="4686681"/>
              <a:chOff x="0" y="0"/>
              <a:chExt cx="91440" cy="4686681"/>
            </a:xfrm>
          </p:grpSpPr>
          <p:sp>
            <p:nvSpPr>
              <p:cNvPr id="690"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1"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2"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3"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4"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5"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6"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7"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98"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709" name="Group 62"/>
            <p:cNvGrpSpPr/>
            <p:nvPr/>
          </p:nvGrpSpPr>
          <p:grpSpPr>
            <a:xfrm>
              <a:off x="9272780" y="338073"/>
              <a:ext cx="91441" cy="4685667"/>
              <a:chOff x="0" y="0"/>
              <a:chExt cx="91440" cy="4685665"/>
            </a:xfrm>
          </p:grpSpPr>
          <p:sp>
            <p:nvSpPr>
              <p:cNvPr id="700"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1"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2"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3"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4"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5"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6"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7"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08"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711" name="Title Text"/>
          <p:cNvSpPr txBox="1">
            <a:spLocks noGrp="1"/>
          </p:cNvSpPr>
          <p:nvPr>
            <p:ph type="title"/>
          </p:nvPr>
        </p:nvSpPr>
        <p:spPr>
          <a:xfrm>
            <a:off x="210311" y="201168"/>
            <a:ext cx="4142234" cy="4294633"/>
          </a:xfrm>
          <a:prstGeom prst="rect">
            <a:avLst/>
          </a:prstGeom>
        </p:spPr>
        <p:txBody>
          <a:bodyPr>
            <a:normAutofit/>
          </a:bodyPr>
          <a:lstStyle>
            <a:lvl1pPr>
              <a:defRPr>
                <a:solidFill>
                  <a:schemeClr val="accent2"/>
                </a:solidFill>
              </a:defRPr>
            </a:lvl1pPr>
          </a:lstStyle>
          <a:p>
            <a:r>
              <a:t>Title Text</a:t>
            </a:r>
          </a:p>
        </p:txBody>
      </p:sp>
      <p:pic>
        <p:nvPicPr>
          <p:cNvPr id="712" name="Picture" descr="Picture"/>
          <p:cNvPicPr>
            <a:picLocks noChangeAspect="1"/>
          </p:cNvPicPr>
          <p:nvPr/>
        </p:nvPicPr>
        <p:blipFill>
          <a:blip r:embed="rId2"/>
          <a:stretch>
            <a:fillRect/>
          </a:stretch>
        </p:blipFill>
        <p:spPr>
          <a:xfrm>
            <a:off x="8393813" y="4705253"/>
            <a:ext cx="521588" cy="208109"/>
          </a:xfrm>
          <a:prstGeom prst="rect">
            <a:avLst/>
          </a:prstGeom>
          <a:ln w="12700">
            <a:miter lim="400000"/>
          </a:ln>
        </p:spPr>
      </p:pic>
      <p:sp>
        <p:nvSpPr>
          <p:cNvPr id="713" name="Slide Number"/>
          <p:cNvSpPr txBox="1">
            <a:spLocks noGrp="1"/>
          </p:cNvSpPr>
          <p:nvPr>
            <p:ph type="sldNum" sz="quarter" idx="2"/>
          </p:nvPr>
        </p:nvSpPr>
        <p:spPr>
          <a:xfrm>
            <a:off x="4419600" y="4627562"/>
            <a:ext cx="2133600" cy="279401"/>
          </a:xfrm>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type="tx">
  <p:cSld name="boxes (3 med, 2 small)">
    <p:spTree>
      <p:nvGrpSpPr>
        <p:cNvPr id="1" name=""/>
        <p:cNvGrpSpPr/>
        <p:nvPr/>
      </p:nvGrpSpPr>
      <p:grpSpPr>
        <a:xfrm>
          <a:off x="0" y="0"/>
          <a:ext cx="0" cy="0"/>
          <a:chOff x="0" y="0"/>
          <a:chExt cx="0" cy="0"/>
        </a:xfrm>
      </p:grpSpPr>
      <p:grpSp>
        <p:nvGrpSpPr>
          <p:cNvPr id="764" name="Group 2"/>
          <p:cNvGrpSpPr/>
          <p:nvPr/>
        </p:nvGrpSpPr>
        <p:grpSpPr>
          <a:xfrm>
            <a:off x="-109731" y="-109856"/>
            <a:ext cx="9364222" cy="5364482"/>
            <a:chOff x="0" y="0"/>
            <a:chExt cx="9364220" cy="5364480"/>
          </a:xfrm>
        </p:grpSpPr>
        <p:grpSp>
          <p:nvGrpSpPr>
            <p:cNvPr id="731" name="Group 59"/>
            <p:cNvGrpSpPr/>
            <p:nvPr/>
          </p:nvGrpSpPr>
          <p:grpSpPr>
            <a:xfrm>
              <a:off x="338965" y="0"/>
              <a:ext cx="8686732" cy="91441"/>
              <a:chOff x="0" y="0"/>
              <a:chExt cx="8686732" cy="91440"/>
            </a:xfrm>
          </p:grpSpPr>
          <p:sp>
            <p:nvSpPr>
              <p:cNvPr id="720"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1"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2"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3"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4"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5"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6"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7"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8"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29"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0"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743" name="Group 60"/>
            <p:cNvGrpSpPr/>
            <p:nvPr/>
          </p:nvGrpSpPr>
          <p:grpSpPr>
            <a:xfrm>
              <a:off x="338965" y="5273040"/>
              <a:ext cx="8686732" cy="91441"/>
              <a:chOff x="0" y="0"/>
              <a:chExt cx="8686732" cy="91440"/>
            </a:xfrm>
          </p:grpSpPr>
          <p:sp>
            <p:nvSpPr>
              <p:cNvPr id="732"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3"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4"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5"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6"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7"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8"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39"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0"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1"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2"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753" name="Group 61"/>
            <p:cNvGrpSpPr/>
            <p:nvPr/>
          </p:nvGrpSpPr>
          <p:grpSpPr>
            <a:xfrm>
              <a:off x="0" y="338074"/>
              <a:ext cx="91441" cy="4686681"/>
              <a:chOff x="0" y="0"/>
              <a:chExt cx="91440" cy="4686681"/>
            </a:xfrm>
          </p:grpSpPr>
          <p:sp>
            <p:nvSpPr>
              <p:cNvPr id="744"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5"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6"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7"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8"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49"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0"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1"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2"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763" name="Group 62"/>
            <p:cNvGrpSpPr/>
            <p:nvPr/>
          </p:nvGrpSpPr>
          <p:grpSpPr>
            <a:xfrm>
              <a:off x="9272780" y="338073"/>
              <a:ext cx="91441" cy="4685667"/>
              <a:chOff x="0" y="0"/>
              <a:chExt cx="91440" cy="4685665"/>
            </a:xfrm>
          </p:grpSpPr>
          <p:sp>
            <p:nvSpPr>
              <p:cNvPr id="754"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5"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6"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7"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8"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59"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60"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61"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62"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765" name="Title Text"/>
          <p:cNvSpPr txBox="1">
            <a:spLocks noGrp="1"/>
          </p:cNvSpPr>
          <p:nvPr>
            <p:ph type="title"/>
          </p:nvPr>
        </p:nvSpPr>
        <p:spPr>
          <a:xfrm>
            <a:off x="0" y="-2"/>
            <a:ext cx="4572000" cy="2571752"/>
          </a:xfrm>
          <a:prstGeom prst="rect">
            <a:avLst/>
          </a:prstGeom>
        </p:spPr>
        <p:txBody>
          <a:bodyPr lIns="201168" tIns="201168" rIns="201168" bIns="201168">
            <a:normAutofit/>
          </a:bodyPr>
          <a:lstStyle/>
          <a:p>
            <a:r>
              <a:t>Title Text</a:t>
            </a:r>
          </a:p>
        </p:txBody>
      </p:sp>
      <p:sp>
        <p:nvSpPr>
          <p:cNvPr id="766"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
        <p:nvSpPr>
          <p:cNvPr id="767" name="Rectangle 6"/>
          <p:cNvSpPr/>
          <p:nvPr/>
        </p:nvSpPr>
        <p:spPr>
          <a:xfrm>
            <a:off x="4572000" y="2571750"/>
            <a:ext cx="4572000" cy="2571750"/>
          </a:xfrm>
          <a:prstGeom prst="rect">
            <a:avLst/>
          </a:prstGeom>
          <a:solidFill>
            <a:srgbClr val="F4F4F4"/>
          </a:solidFill>
          <a:ln w="12700">
            <a:miter lim="400000"/>
          </a:ln>
        </p:spPr>
        <p:txBody>
          <a:bodyPr lIns="57150" tIns="57150" rIns="57150" bIns="57150" anchor="ctr"/>
          <a:lstStyle/>
          <a:p>
            <a:pPr algn="ctr" defTabSz="685983">
              <a:defRPr sz="1200">
                <a:solidFill>
                  <a:srgbClr val="000000"/>
                </a:solidFill>
              </a:defRPr>
            </a:pPr>
            <a:endParaRPr/>
          </a:p>
        </p:txBody>
      </p:sp>
      <p:sp>
        <p:nvSpPr>
          <p:cNvPr id="768" name="Picture Placeholder 2"/>
          <p:cNvSpPr>
            <a:spLocks noGrp="1"/>
          </p:cNvSpPr>
          <p:nvPr>
            <p:ph type="pic" sz="half" idx="21"/>
          </p:nvPr>
        </p:nvSpPr>
        <p:spPr>
          <a:xfrm>
            <a:off x="4572000" y="0"/>
            <a:ext cx="4572000" cy="2571750"/>
          </a:xfrm>
          <a:prstGeom prst="rect">
            <a:avLst/>
          </a:prstGeom>
        </p:spPr>
        <p:txBody>
          <a:bodyPr lIns="91439" tIns="45719" rIns="91439" bIns="45719"/>
          <a:lstStyle/>
          <a:p>
            <a:endParaRPr/>
          </a:p>
        </p:txBody>
      </p:sp>
    </p:spTree>
  </p:cSld>
  <p:clrMapOvr>
    <a:masterClrMapping/>
  </p:clrMapOvr>
  <p:transition spd="med"/>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type="tx">
  <p:cSld name="15. Client Success Stories">
    <p:spTree>
      <p:nvGrpSpPr>
        <p:cNvPr id="1" name=""/>
        <p:cNvGrpSpPr/>
        <p:nvPr/>
      </p:nvGrpSpPr>
      <p:grpSpPr>
        <a:xfrm>
          <a:off x="0" y="0"/>
          <a:ext cx="0" cy="0"/>
          <a:chOff x="0" y="0"/>
          <a:chExt cx="0" cy="0"/>
        </a:xfrm>
      </p:grpSpPr>
      <p:sp>
        <p:nvSpPr>
          <p:cNvPr id="775" name="Slide Number"/>
          <p:cNvSpPr txBox="1">
            <a:spLocks noGrp="1"/>
          </p:cNvSpPr>
          <p:nvPr>
            <p:ph type="sldNum" sz="quarter" idx="2"/>
          </p:nvPr>
        </p:nvSpPr>
        <p:spPr>
          <a:xfrm>
            <a:off x="285750" y="4968032"/>
            <a:ext cx="127000" cy="127001"/>
          </a:xfrm>
          <a:prstGeom prst="rect">
            <a:avLst/>
          </a:prstGeom>
        </p:spPr>
        <p:txBody>
          <a:bodyPr/>
          <a:lstStyle>
            <a:lvl1pPr algn="l" defTabSz="428625">
              <a:defRPr sz="500"/>
            </a:lvl1pPr>
          </a:lstStyle>
          <a:p>
            <a:fld id="{86CB4B4D-7CA3-9044-876B-883B54F8677D}" type="slidenum">
              <a:rPr/>
              <a:t>‹Nº›</a:t>
            </a:fld>
            <a:endParaRPr/>
          </a:p>
        </p:txBody>
      </p:sp>
      <p:grpSp>
        <p:nvGrpSpPr>
          <p:cNvPr id="812" name="Group 58"/>
          <p:cNvGrpSpPr/>
          <p:nvPr/>
        </p:nvGrpSpPr>
        <p:grpSpPr>
          <a:xfrm>
            <a:off x="-154307" y="-142477"/>
            <a:ext cx="9441183" cy="5407330"/>
            <a:chOff x="0" y="0"/>
            <a:chExt cx="9441181" cy="5407328"/>
          </a:xfrm>
        </p:grpSpPr>
        <p:grpSp>
          <p:nvGrpSpPr>
            <p:cNvPr id="787" name="Group 103"/>
            <p:cNvGrpSpPr/>
            <p:nvPr/>
          </p:nvGrpSpPr>
          <p:grpSpPr>
            <a:xfrm>
              <a:off x="440453" y="-1"/>
              <a:ext cx="8572501" cy="120961"/>
              <a:chOff x="0" y="0"/>
              <a:chExt cx="8572500" cy="120959"/>
            </a:xfrm>
          </p:grpSpPr>
          <p:sp>
            <p:nvSpPr>
              <p:cNvPr id="776" name="Straight Connector 128"/>
              <p:cNvSpPr/>
              <p:nvPr/>
            </p:nvSpPr>
            <p:spPr>
              <a:xfrm flipV="1">
                <a:off x="-1" y="28573"/>
                <a:ext cx="2"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77" name="Straight Connector 129"/>
              <p:cNvSpPr/>
              <p:nvPr/>
            </p:nvSpPr>
            <p:spPr>
              <a:xfrm flipV="1">
                <a:off x="1857375" y="0"/>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78" name="Straight Connector 130"/>
              <p:cNvSpPr/>
              <p:nvPr/>
            </p:nvSpPr>
            <p:spPr>
              <a:xfrm flipV="1">
                <a:off x="2000250" y="0"/>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79" name="Straight Connector 131"/>
              <p:cNvSpPr/>
              <p:nvPr/>
            </p:nvSpPr>
            <p:spPr>
              <a:xfrm flipV="1">
                <a:off x="2143125" y="0"/>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0" name="Straight Connector 132"/>
              <p:cNvSpPr/>
              <p:nvPr/>
            </p:nvSpPr>
            <p:spPr>
              <a:xfrm flipV="1">
                <a:off x="4143375"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1" name="Straight Connector 133"/>
              <p:cNvSpPr/>
              <p:nvPr/>
            </p:nvSpPr>
            <p:spPr>
              <a:xfrm flipV="1">
                <a:off x="4286250"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2" name="Straight Connector 134"/>
              <p:cNvSpPr/>
              <p:nvPr/>
            </p:nvSpPr>
            <p:spPr>
              <a:xfrm flipV="1">
                <a:off x="4429125"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3" name="Straight Connector 135"/>
              <p:cNvSpPr/>
              <p:nvPr/>
            </p:nvSpPr>
            <p:spPr>
              <a:xfrm flipV="1">
                <a:off x="6429375"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4" name="Straight Connector 136"/>
              <p:cNvSpPr/>
              <p:nvPr/>
            </p:nvSpPr>
            <p:spPr>
              <a:xfrm flipV="1">
                <a:off x="6572250"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5" name="Straight Connector 137"/>
              <p:cNvSpPr/>
              <p:nvPr/>
            </p:nvSpPr>
            <p:spPr>
              <a:xfrm flipV="1">
                <a:off x="6715124"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6" name="Straight Connector 138"/>
              <p:cNvSpPr/>
              <p:nvPr/>
            </p:nvSpPr>
            <p:spPr>
              <a:xfrm flipV="1">
                <a:off x="8572500" y="28573"/>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nvGrpSpPr>
            <p:cNvPr id="799" name="Group 104"/>
            <p:cNvGrpSpPr/>
            <p:nvPr/>
          </p:nvGrpSpPr>
          <p:grpSpPr>
            <a:xfrm>
              <a:off x="440452" y="5308278"/>
              <a:ext cx="8572502" cy="99051"/>
              <a:chOff x="0" y="0"/>
              <a:chExt cx="8572500" cy="99049"/>
            </a:xfrm>
          </p:grpSpPr>
          <p:sp>
            <p:nvSpPr>
              <p:cNvPr id="788" name="Straight Connector 117"/>
              <p:cNvSpPr/>
              <p:nvPr/>
            </p:nvSpPr>
            <p:spPr>
              <a:xfrm flipV="1">
                <a:off x="-1" y="8"/>
                <a:ext cx="2"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9" name="Straight Connector 118"/>
              <p:cNvSpPr/>
              <p:nvPr/>
            </p:nvSpPr>
            <p:spPr>
              <a:xfrm flipV="1">
                <a:off x="185737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0" name="Straight Connector 119"/>
              <p:cNvSpPr/>
              <p:nvPr/>
            </p:nvSpPr>
            <p:spPr>
              <a:xfrm flipV="1">
                <a:off x="2000249"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1" name="Straight Connector 120"/>
              <p:cNvSpPr/>
              <p:nvPr/>
            </p:nvSpPr>
            <p:spPr>
              <a:xfrm flipV="1">
                <a:off x="214312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2" name="Straight Connector 121"/>
              <p:cNvSpPr/>
              <p:nvPr/>
            </p:nvSpPr>
            <p:spPr>
              <a:xfrm flipV="1">
                <a:off x="414337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3" name="Straight Connector 122"/>
              <p:cNvSpPr/>
              <p:nvPr/>
            </p:nvSpPr>
            <p:spPr>
              <a:xfrm flipV="1">
                <a:off x="4286249"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4" name="Straight Connector 123"/>
              <p:cNvSpPr/>
              <p:nvPr/>
            </p:nvSpPr>
            <p:spPr>
              <a:xfrm flipV="1">
                <a:off x="442912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5" name="Straight Connector 124"/>
              <p:cNvSpPr/>
              <p:nvPr/>
            </p:nvSpPr>
            <p:spPr>
              <a:xfrm flipV="1">
                <a:off x="642937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6" name="Straight Connector 125"/>
              <p:cNvSpPr/>
              <p:nvPr/>
            </p:nvSpPr>
            <p:spPr>
              <a:xfrm flipV="1">
                <a:off x="6572249"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7" name="Straight Connector 126"/>
              <p:cNvSpPr/>
              <p:nvPr/>
            </p:nvSpPr>
            <p:spPr>
              <a:xfrm flipV="1">
                <a:off x="671512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8" name="Straight Connector 127"/>
              <p:cNvSpPr/>
              <p:nvPr/>
            </p:nvSpPr>
            <p:spPr>
              <a:xfrm flipV="1">
                <a:off x="8572500" y="0"/>
                <a:ext cx="1" cy="92390"/>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nvGrpSpPr>
            <p:cNvPr id="805" name="Group 105"/>
            <p:cNvGrpSpPr/>
            <p:nvPr/>
          </p:nvGrpSpPr>
          <p:grpSpPr>
            <a:xfrm>
              <a:off x="-1" y="428226"/>
              <a:ext cx="125733" cy="4476747"/>
              <a:chOff x="0" y="0"/>
              <a:chExt cx="125731" cy="4476746"/>
            </a:xfrm>
          </p:grpSpPr>
          <p:sp>
            <p:nvSpPr>
              <p:cNvPr id="800" name="Straight Connector 112"/>
              <p:cNvSpPr/>
              <p:nvPr/>
            </p:nvSpPr>
            <p:spPr>
              <a:xfrm flipH="1">
                <a:off x="0" y="1000124"/>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1" name="Straight Connector 113"/>
              <p:cNvSpPr/>
              <p:nvPr/>
            </p:nvSpPr>
            <p:spPr>
              <a:xfrm flipH="1">
                <a:off x="0" y="2285998"/>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2" name="Straight Connector 114"/>
              <p:cNvSpPr/>
              <p:nvPr/>
            </p:nvSpPr>
            <p:spPr>
              <a:xfrm flipH="1">
                <a:off x="0" y="3572570"/>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3" name="Straight Connector 115"/>
              <p:cNvSpPr/>
              <p:nvPr/>
            </p:nvSpPr>
            <p:spPr>
              <a:xfrm flipH="1" flipV="1">
                <a:off x="11430" y="-1"/>
                <a:ext cx="92305"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4" name="Straight Connector 116"/>
              <p:cNvSpPr/>
              <p:nvPr/>
            </p:nvSpPr>
            <p:spPr>
              <a:xfrm flipH="1">
                <a:off x="33428" y="4476746"/>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nvGrpSpPr>
            <p:cNvPr id="811" name="Group 106"/>
            <p:cNvGrpSpPr/>
            <p:nvPr/>
          </p:nvGrpSpPr>
          <p:grpSpPr>
            <a:xfrm>
              <a:off x="9320303" y="428226"/>
              <a:ext cx="120879" cy="4474846"/>
              <a:chOff x="0" y="0"/>
              <a:chExt cx="120878" cy="4474845"/>
            </a:xfrm>
          </p:grpSpPr>
          <p:sp>
            <p:nvSpPr>
              <p:cNvPr id="806" name="Straight Connector 107"/>
              <p:cNvSpPr/>
              <p:nvPr/>
            </p:nvSpPr>
            <p:spPr>
              <a:xfrm flipH="1">
                <a:off x="6578" y="1000124"/>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7" name="Straight Connector 108"/>
              <p:cNvSpPr/>
              <p:nvPr/>
            </p:nvSpPr>
            <p:spPr>
              <a:xfrm flipH="1">
                <a:off x="6578" y="2285999"/>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8" name="Straight Connector 109"/>
              <p:cNvSpPr/>
              <p:nvPr/>
            </p:nvSpPr>
            <p:spPr>
              <a:xfrm flipH="1">
                <a:off x="6578" y="3572570"/>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9" name="Straight Connector 110"/>
              <p:cNvSpPr/>
              <p:nvPr/>
            </p:nvSpPr>
            <p:spPr>
              <a:xfrm flipH="1" flipV="1">
                <a:off x="0" y="-1"/>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10" name="Straight Connector 111"/>
              <p:cNvSpPr/>
              <p:nvPr/>
            </p:nvSpPr>
            <p:spPr>
              <a:xfrm flipH="1">
                <a:off x="28575" y="4474845"/>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pic>
        <p:nvPicPr>
          <p:cNvPr id="813" name="Picture 43" descr="Picture 43"/>
          <p:cNvPicPr>
            <a:picLocks noChangeAspect="1"/>
          </p:cNvPicPr>
          <p:nvPr/>
        </p:nvPicPr>
        <p:blipFill>
          <a:blip r:embed="rId2"/>
          <a:stretch>
            <a:fillRect/>
          </a:stretch>
        </p:blipFill>
        <p:spPr>
          <a:xfrm>
            <a:off x="8572500" y="4931842"/>
            <a:ext cx="288278" cy="116408"/>
          </a:xfrm>
          <a:prstGeom prst="rect">
            <a:avLst/>
          </a:prstGeom>
          <a:ln w="12700">
            <a:miter lim="400000"/>
          </a:ln>
        </p:spPr>
      </p:pic>
      <p:grpSp>
        <p:nvGrpSpPr>
          <p:cNvPr id="816" name="Group 44"/>
          <p:cNvGrpSpPr/>
          <p:nvPr/>
        </p:nvGrpSpPr>
        <p:grpSpPr>
          <a:xfrm>
            <a:off x="490141" y="5033703"/>
            <a:ext cx="1867295" cy="2"/>
            <a:chOff x="0" y="63500"/>
            <a:chExt cx="1867293" cy="0"/>
          </a:xfrm>
        </p:grpSpPr>
        <p:sp>
          <p:nvSpPr>
            <p:cNvPr id="814" name="Footer Placeholder 3"/>
            <p:cNvSpPr/>
            <p:nvPr/>
          </p:nvSpPr>
          <p:spPr>
            <a:xfrm>
              <a:off x="0" y="63500"/>
              <a:ext cx="142776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p>
              <a:pPr defTabSz="428625">
                <a:spcBef>
                  <a:spcPts val="700"/>
                </a:spcBef>
                <a:defRPr sz="400">
                  <a:solidFill>
                    <a:srgbClr val="001141"/>
                  </a:solidFill>
                  <a:latin typeface="+mn-lt"/>
                  <a:ea typeface="+mn-ea"/>
                  <a:cs typeface="+mn-cs"/>
                  <a:sym typeface="IBM Plex Sans"/>
                </a:defRPr>
              </a:pPr>
              <a:r>
                <a:t>©</a:t>
              </a:r>
              <a:r>
                <a:rPr sz="200"/>
                <a:t> </a:t>
              </a:r>
              <a:r>
                <a:t>2022 IBM Corporation               </a:t>
              </a:r>
            </a:p>
          </p:txBody>
        </p:sp>
        <p:sp>
          <p:nvSpPr>
            <p:cNvPr id="815" name="Date Placeholder 2"/>
            <p:cNvSpPr/>
            <p:nvPr/>
          </p:nvSpPr>
          <p:spPr>
            <a:xfrm>
              <a:off x="838593" y="63500"/>
              <a:ext cx="10287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numCol="1" anchor="ctr">
              <a:spAutoFit/>
            </a:bodyPr>
            <a:lstStyle>
              <a:lvl1pPr defTabSz="571500">
                <a:spcBef>
                  <a:spcPts val="700"/>
                </a:spcBef>
                <a:defRPr sz="400">
                  <a:solidFill>
                    <a:srgbClr val="001141"/>
                  </a:solidFill>
                  <a:latin typeface="+mn-lt"/>
                  <a:ea typeface="+mn-ea"/>
                  <a:cs typeface="+mn-cs"/>
                  <a:sym typeface="IBM Plex Sans"/>
                </a:defRPr>
              </a:lvl1pPr>
            </a:lstStyle>
            <a:p>
              <a:r>
                <a:t> IBM Consulting</a:t>
              </a:r>
            </a:p>
          </p:txBody>
        </p:sp>
      </p:grpSp>
      <p:sp>
        <p:nvSpPr>
          <p:cNvPr id="817" name="Rectangle 6"/>
          <p:cNvSpPr/>
          <p:nvPr/>
        </p:nvSpPr>
        <p:spPr>
          <a:xfrm>
            <a:off x="4572000" y="2571750"/>
            <a:ext cx="4572000" cy="2571750"/>
          </a:xfrm>
          <a:prstGeom prst="rect">
            <a:avLst/>
          </a:prstGeom>
          <a:solidFill>
            <a:srgbClr val="F4F4F4"/>
          </a:solidFill>
          <a:ln w="12700">
            <a:miter lim="400000"/>
          </a:ln>
        </p:spPr>
        <p:txBody>
          <a:bodyPr lIns="57150" tIns="57150" rIns="57150" bIns="57150" anchor="ctr"/>
          <a:lstStyle/>
          <a:p>
            <a:pPr algn="ctr" defTabSz="685983">
              <a:defRPr sz="1200">
                <a:solidFill>
                  <a:srgbClr val="000000"/>
                </a:solidFill>
              </a:defRPr>
            </a:pPr>
            <a:endParaRPr/>
          </a:p>
        </p:txBody>
      </p:sp>
      <p:sp>
        <p:nvSpPr>
          <p:cNvPr id="818" name="Title Text"/>
          <p:cNvSpPr txBox="1">
            <a:spLocks noGrp="1"/>
          </p:cNvSpPr>
          <p:nvPr>
            <p:ph type="title"/>
          </p:nvPr>
        </p:nvSpPr>
        <p:spPr>
          <a:xfrm>
            <a:off x="285750" y="656828"/>
            <a:ext cx="2000250" cy="657822"/>
          </a:xfrm>
          <a:prstGeom prst="rect">
            <a:avLst/>
          </a:prstGeom>
        </p:spPr>
        <p:txBody>
          <a:bodyPr>
            <a:normAutofit/>
          </a:bodyPr>
          <a:lstStyle>
            <a:lvl1pPr defTabSz="571500">
              <a:lnSpc>
                <a:spcPct val="100000"/>
              </a:lnSpc>
              <a:spcBef>
                <a:spcPts val="2100"/>
              </a:spcBef>
              <a:defRPr sz="2000">
                <a:solidFill>
                  <a:srgbClr val="001141"/>
                </a:solidFill>
              </a:defRPr>
            </a:lvl1pPr>
          </a:lstStyle>
          <a:p>
            <a:r>
              <a:t>Title Text</a:t>
            </a:r>
          </a:p>
        </p:txBody>
      </p:sp>
      <p:sp>
        <p:nvSpPr>
          <p:cNvPr id="819" name="Body Level One…"/>
          <p:cNvSpPr txBox="1">
            <a:spLocks noGrp="1"/>
          </p:cNvSpPr>
          <p:nvPr>
            <p:ph type="body" sz="quarter" idx="1"/>
          </p:nvPr>
        </p:nvSpPr>
        <p:spPr>
          <a:xfrm>
            <a:off x="285750" y="285750"/>
            <a:ext cx="4143375" cy="142875"/>
          </a:xfrm>
          <a:prstGeom prst="rect">
            <a:avLst/>
          </a:prstGeom>
        </p:spPr>
        <p:txBody>
          <a:bodyPr>
            <a:normAutofit/>
          </a:bodyPr>
          <a:lstStyle>
            <a:lvl1pPr defTabSz="571500">
              <a:spcBef>
                <a:spcPts val="800"/>
              </a:spcBef>
              <a:defRPr sz="700">
                <a:solidFill>
                  <a:srgbClr val="001141"/>
                </a:solidFill>
                <a:latin typeface="IBM Plex Sans Medm"/>
                <a:ea typeface="IBM Plex Sans Medm"/>
                <a:cs typeface="IBM Plex Sans Medm"/>
                <a:sym typeface="IBM Plex Sans Medium"/>
              </a:defRPr>
            </a:lvl1pPr>
            <a:lvl2pPr marL="160019" indent="-160019" defTabSz="571500">
              <a:spcBef>
                <a:spcPts val="800"/>
              </a:spcBef>
              <a:defRPr sz="700">
                <a:solidFill>
                  <a:srgbClr val="001141"/>
                </a:solidFill>
                <a:latin typeface="IBM Plex Sans Medm"/>
                <a:ea typeface="IBM Plex Sans Medm"/>
                <a:cs typeface="IBM Plex Sans Medm"/>
                <a:sym typeface="IBM Plex Sans Medium"/>
              </a:defRPr>
            </a:lvl2pPr>
            <a:lvl3pPr marL="342900" indent="-160020" defTabSz="571500">
              <a:spcBef>
                <a:spcPts val="800"/>
              </a:spcBef>
              <a:defRPr sz="700">
                <a:solidFill>
                  <a:srgbClr val="001141"/>
                </a:solidFill>
                <a:latin typeface="IBM Plex Sans Medm"/>
                <a:ea typeface="IBM Plex Sans Medm"/>
                <a:cs typeface="IBM Plex Sans Medm"/>
                <a:sym typeface="IBM Plex Sans Medium"/>
              </a:defRPr>
            </a:lvl3pPr>
            <a:lvl4pPr marL="525780" indent="-160020" defTabSz="571500">
              <a:spcBef>
                <a:spcPts val="800"/>
              </a:spcBef>
              <a:defRPr sz="700">
                <a:solidFill>
                  <a:srgbClr val="001141"/>
                </a:solidFill>
                <a:latin typeface="IBM Plex Sans Medm"/>
                <a:ea typeface="IBM Plex Sans Medm"/>
                <a:cs typeface="IBM Plex Sans Medm"/>
                <a:sym typeface="IBM Plex Sans Medium"/>
              </a:defRPr>
            </a:lvl4pPr>
            <a:lvl5pPr marL="708659" indent="-160020" defTabSz="571500">
              <a:spcBef>
                <a:spcPts val="800"/>
              </a:spcBef>
              <a:defRPr sz="700">
                <a:solidFill>
                  <a:srgbClr val="001141"/>
                </a:solidFill>
                <a:latin typeface="IBM Plex Sans Medm"/>
                <a:ea typeface="IBM Plex Sans Medm"/>
                <a:cs typeface="IBM Plex Sans Medm"/>
                <a:sym typeface="IBM Plex Sans Medium"/>
              </a:defRPr>
            </a:lvl5pPr>
          </a:lstStyle>
          <a:p>
            <a:r>
              <a:t>Body Level One</a:t>
            </a:r>
          </a:p>
          <a:p>
            <a:pPr lvl="1"/>
            <a:r>
              <a:t>Body Level Two</a:t>
            </a:r>
          </a:p>
          <a:p>
            <a:pPr lvl="2"/>
            <a:r>
              <a:t>Body Level Three</a:t>
            </a:r>
          </a:p>
          <a:p>
            <a:pPr lvl="3"/>
            <a:r>
              <a:t>Body Level Four</a:t>
            </a:r>
          </a:p>
          <a:p>
            <a:pPr lvl="4"/>
            <a:r>
              <a:t>Body Level Five</a:t>
            </a:r>
          </a:p>
        </p:txBody>
      </p:sp>
      <p:sp>
        <p:nvSpPr>
          <p:cNvPr id="820" name="Picture Placeholder 2"/>
          <p:cNvSpPr>
            <a:spLocks noGrp="1"/>
          </p:cNvSpPr>
          <p:nvPr>
            <p:ph type="pic" sz="half" idx="21"/>
          </p:nvPr>
        </p:nvSpPr>
        <p:spPr>
          <a:xfrm>
            <a:off x="4572000" y="0"/>
            <a:ext cx="4572000" cy="2571750"/>
          </a:xfrm>
          <a:prstGeom prst="rect">
            <a:avLst/>
          </a:prstGeom>
        </p:spPr>
        <p:txBody>
          <a:bodyPr lIns="91439" tIns="45719" rIns="91439" bIns="45719"/>
          <a:lstStyle/>
          <a:p>
            <a:endParaRPr/>
          </a:p>
        </p:txBody>
      </p:sp>
      <p:sp>
        <p:nvSpPr>
          <p:cNvPr id="821" name="Straight Connector 13"/>
          <p:cNvSpPr/>
          <p:nvPr/>
        </p:nvSpPr>
        <p:spPr>
          <a:xfrm flipH="1" flipV="1">
            <a:off x="285749" y="2571750"/>
            <a:ext cx="4143376" cy="1"/>
          </a:xfrm>
          <a:prstGeom prst="line">
            <a:avLst/>
          </a:prstGeom>
          <a:ln w="3175">
            <a:solidFill>
              <a:srgbClr val="001141"/>
            </a:solidFill>
          </a:ln>
        </p:spPr>
        <p:txBody>
          <a:bodyPr lIns="28575" tIns="28575" rIns="28575" bIns="28575"/>
          <a:lstStyle/>
          <a:p>
            <a:pPr defTabSz="685983">
              <a:defRPr sz="1200">
                <a:solidFill>
                  <a:srgbClr val="000000"/>
                </a:solidFill>
              </a:defRPr>
            </a:pPr>
            <a:endParaRPr/>
          </a:p>
        </p:txBody>
      </p:sp>
      <p:sp>
        <p:nvSpPr>
          <p:cNvPr id="822" name="Text Placeholder 3"/>
          <p:cNvSpPr>
            <a:spLocks noGrp="1"/>
          </p:cNvSpPr>
          <p:nvPr>
            <p:ph type="body" sz="quarter" idx="22"/>
          </p:nvPr>
        </p:nvSpPr>
        <p:spPr>
          <a:xfrm>
            <a:off x="285750" y="1461084"/>
            <a:ext cx="1857375" cy="996090"/>
          </a:xfrm>
          <a:prstGeom prst="rect">
            <a:avLst/>
          </a:prstGeom>
        </p:spPr>
        <p:txBody>
          <a:bodyPr>
            <a:normAutofit/>
          </a:bodyPr>
          <a:lstStyle/>
          <a:p>
            <a:pPr defTabSz="571500">
              <a:lnSpc>
                <a:spcPts val="1000"/>
              </a:lnSpc>
              <a:spcBef>
                <a:spcPts val="1000"/>
              </a:spcBef>
              <a:defRPr sz="700">
                <a:solidFill>
                  <a:srgbClr val="001141"/>
                </a:solidFill>
              </a:defRPr>
            </a:pPr>
            <a:endParaRPr/>
          </a:p>
        </p:txBody>
      </p:sp>
      <p:sp>
        <p:nvSpPr>
          <p:cNvPr id="823" name="Text Placeholder 3"/>
          <p:cNvSpPr>
            <a:spLocks noGrp="1"/>
          </p:cNvSpPr>
          <p:nvPr>
            <p:ph type="body" sz="quarter" idx="23"/>
          </p:nvPr>
        </p:nvSpPr>
        <p:spPr>
          <a:xfrm>
            <a:off x="2428875" y="1461084"/>
            <a:ext cx="2000250" cy="996090"/>
          </a:xfrm>
          <a:prstGeom prst="rect">
            <a:avLst/>
          </a:prstGeom>
        </p:spPr>
        <p:txBody>
          <a:bodyPr>
            <a:normAutofit/>
          </a:bodyPr>
          <a:lstStyle/>
          <a:p>
            <a:pPr defTabSz="571500">
              <a:lnSpc>
                <a:spcPts val="1000"/>
              </a:lnSpc>
              <a:spcBef>
                <a:spcPts val="1000"/>
              </a:spcBef>
              <a:defRPr sz="700">
                <a:solidFill>
                  <a:srgbClr val="001141"/>
                </a:solidFill>
              </a:defRPr>
            </a:pPr>
            <a:endParaRPr/>
          </a:p>
        </p:txBody>
      </p:sp>
      <p:sp>
        <p:nvSpPr>
          <p:cNvPr id="824" name="Text Placeholder 3"/>
          <p:cNvSpPr>
            <a:spLocks noGrp="1"/>
          </p:cNvSpPr>
          <p:nvPr>
            <p:ph type="body" sz="quarter" idx="24"/>
          </p:nvPr>
        </p:nvSpPr>
        <p:spPr>
          <a:xfrm>
            <a:off x="285750" y="2600050"/>
            <a:ext cx="1857375" cy="2143598"/>
          </a:xfrm>
          <a:prstGeom prst="rect">
            <a:avLst/>
          </a:prstGeom>
        </p:spPr>
        <p:txBody>
          <a:bodyPr>
            <a:normAutofit/>
          </a:bodyPr>
          <a:lstStyle/>
          <a:p>
            <a:pPr defTabSz="571500">
              <a:lnSpc>
                <a:spcPts val="1200"/>
              </a:lnSpc>
              <a:spcBef>
                <a:spcPts val="1000"/>
              </a:spcBef>
              <a:defRPr sz="1000">
                <a:solidFill>
                  <a:srgbClr val="001141"/>
                </a:solidFill>
              </a:defRPr>
            </a:pPr>
            <a:endParaRPr/>
          </a:p>
        </p:txBody>
      </p:sp>
      <p:sp>
        <p:nvSpPr>
          <p:cNvPr id="825" name="Text Placeholder 3"/>
          <p:cNvSpPr>
            <a:spLocks noGrp="1"/>
          </p:cNvSpPr>
          <p:nvPr>
            <p:ph type="body" sz="quarter" idx="25"/>
          </p:nvPr>
        </p:nvSpPr>
        <p:spPr>
          <a:xfrm>
            <a:off x="2428875" y="2600050"/>
            <a:ext cx="2000250" cy="2143598"/>
          </a:xfrm>
          <a:prstGeom prst="rect">
            <a:avLst/>
          </a:prstGeom>
        </p:spPr>
        <p:txBody>
          <a:bodyPr>
            <a:normAutofit/>
          </a:bodyPr>
          <a:lstStyle/>
          <a:p>
            <a:pPr defTabSz="571500">
              <a:lnSpc>
                <a:spcPts val="1200"/>
              </a:lnSpc>
              <a:spcBef>
                <a:spcPts val="1000"/>
              </a:spcBef>
              <a:defRPr sz="1000">
                <a:solidFill>
                  <a:srgbClr val="001141"/>
                </a:solidFill>
              </a:defRPr>
            </a:pPr>
            <a:endParaRPr/>
          </a:p>
        </p:txBody>
      </p:sp>
      <p:sp>
        <p:nvSpPr>
          <p:cNvPr id="826" name="Text Placeholder 3"/>
          <p:cNvSpPr>
            <a:spLocks noGrp="1"/>
          </p:cNvSpPr>
          <p:nvPr>
            <p:ph type="body" sz="quarter" idx="26"/>
          </p:nvPr>
        </p:nvSpPr>
        <p:spPr>
          <a:xfrm>
            <a:off x="4718050" y="2600050"/>
            <a:ext cx="1997075" cy="2143598"/>
          </a:xfrm>
          <a:prstGeom prst="rect">
            <a:avLst/>
          </a:prstGeom>
        </p:spPr>
        <p:txBody>
          <a:bodyPr>
            <a:normAutofit/>
          </a:bodyPr>
          <a:lstStyle/>
          <a:p>
            <a:pPr defTabSz="571500">
              <a:defRPr>
                <a:solidFill>
                  <a:srgbClr val="001141"/>
                </a:solidFill>
              </a:defRPr>
            </a:pPr>
            <a:endParaRPr/>
          </a:p>
        </p:txBody>
      </p:sp>
      <p:pic>
        <p:nvPicPr>
          <p:cNvPr id="827" name="Picture 21" descr="Picture 21"/>
          <p:cNvPicPr>
            <a:picLocks noChangeAspect="1"/>
          </p:cNvPicPr>
          <p:nvPr/>
        </p:nvPicPr>
        <p:blipFill>
          <a:blip r:embed="rId2"/>
          <a:stretch>
            <a:fillRect/>
          </a:stretch>
        </p:blipFill>
        <p:spPr>
          <a:xfrm>
            <a:off x="8572500" y="4931842"/>
            <a:ext cx="288278" cy="116408"/>
          </a:xfrm>
          <a:prstGeom prst="rect">
            <a:avLst/>
          </a:prstGeom>
          <a:ln w="12700">
            <a:miter lim="400000"/>
          </a:ln>
        </p:spPr>
      </p:pic>
    </p:spTree>
  </p:cSld>
  <p:clrMapOvr>
    <a:masterClrMapping/>
  </p:clrMapOvr>
  <p:transition spd="med"/>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type="tx">
  <p:cSld name="15. Client Success Stories">
    <p:spTree>
      <p:nvGrpSpPr>
        <p:cNvPr id="1" name=""/>
        <p:cNvGrpSpPr/>
        <p:nvPr/>
      </p:nvGrpSpPr>
      <p:grpSpPr>
        <a:xfrm>
          <a:off x="0" y="0"/>
          <a:ext cx="0" cy="0"/>
          <a:chOff x="0" y="0"/>
          <a:chExt cx="0" cy="0"/>
        </a:xfrm>
      </p:grpSpPr>
      <p:sp>
        <p:nvSpPr>
          <p:cNvPr id="775" name="Slide Number"/>
          <p:cNvSpPr txBox="1">
            <a:spLocks noGrp="1"/>
          </p:cNvSpPr>
          <p:nvPr>
            <p:ph type="sldNum" sz="quarter" idx="2"/>
          </p:nvPr>
        </p:nvSpPr>
        <p:spPr>
          <a:xfrm>
            <a:off x="285750" y="4968032"/>
            <a:ext cx="127000" cy="127001"/>
          </a:xfrm>
          <a:prstGeom prst="rect">
            <a:avLst/>
          </a:prstGeom>
        </p:spPr>
        <p:txBody>
          <a:bodyPr/>
          <a:lstStyle>
            <a:lvl1pPr algn="l" defTabSz="428625">
              <a:defRPr sz="500"/>
            </a:lvl1pPr>
          </a:lstStyle>
          <a:p>
            <a:fld id="{86CB4B4D-7CA3-9044-876B-883B54F8677D}" type="slidenum">
              <a:rPr/>
              <a:t>‹Nº›</a:t>
            </a:fld>
            <a:endParaRPr/>
          </a:p>
        </p:txBody>
      </p:sp>
      <p:grpSp>
        <p:nvGrpSpPr>
          <p:cNvPr id="812" name="Group 58"/>
          <p:cNvGrpSpPr/>
          <p:nvPr/>
        </p:nvGrpSpPr>
        <p:grpSpPr>
          <a:xfrm>
            <a:off x="-154307" y="-142477"/>
            <a:ext cx="9441183" cy="5407330"/>
            <a:chOff x="0" y="0"/>
            <a:chExt cx="9441181" cy="5407328"/>
          </a:xfrm>
        </p:grpSpPr>
        <p:grpSp>
          <p:nvGrpSpPr>
            <p:cNvPr id="787" name="Group 103"/>
            <p:cNvGrpSpPr/>
            <p:nvPr/>
          </p:nvGrpSpPr>
          <p:grpSpPr>
            <a:xfrm>
              <a:off x="440453" y="-1"/>
              <a:ext cx="8572501" cy="120961"/>
              <a:chOff x="0" y="0"/>
              <a:chExt cx="8572500" cy="120959"/>
            </a:xfrm>
          </p:grpSpPr>
          <p:sp>
            <p:nvSpPr>
              <p:cNvPr id="776" name="Straight Connector 128"/>
              <p:cNvSpPr/>
              <p:nvPr/>
            </p:nvSpPr>
            <p:spPr>
              <a:xfrm flipV="1">
                <a:off x="-1" y="28573"/>
                <a:ext cx="2"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77" name="Straight Connector 129"/>
              <p:cNvSpPr/>
              <p:nvPr/>
            </p:nvSpPr>
            <p:spPr>
              <a:xfrm flipV="1">
                <a:off x="1857375" y="0"/>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78" name="Straight Connector 130"/>
              <p:cNvSpPr/>
              <p:nvPr/>
            </p:nvSpPr>
            <p:spPr>
              <a:xfrm flipV="1">
                <a:off x="2000250" y="0"/>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79" name="Straight Connector 131"/>
              <p:cNvSpPr/>
              <p:nvPr/>
            </p:nvSpPr>
            <p:spPr>
              <a:xfrm flipV="1">
                <a:off x="2143125" y="0"/>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0" name="Straight Connector 132"/>
              <p:cNvSpPr/>
              <p:nvPr/>
            </p:nvSpPr>
            <p:spPr>
              <a:xfrm flipV="1">
                <a:off x="4143375"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1" name="Straight Connector 133"/>
              <p:cNvSpPr/>
              <p:nvPr/>
            </p:nvSpPr>
            <p:spPr>
              <a:xfrm flipV="1">
                <a:off x="4286250"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2" name="Straight Connector 134"/>
              <p:cNvSpPr/>
              <p:nvPr/>
            </p:nvSpPr>
            <p:spPr>
              <a:xfrm flipV="1">
                <a:off x="4429125"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3" name="Straight Connector 135"/>
              <p:cNvSpPr/>
              <p:nvPr/>
            </p:nvSpPr>
            <p:spPr>
              <a:xfrm flipV="1">
                <a:off x="6429375"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4" name="Straight Connector 136"/>
              <p:cNvSpPr/>
              <p:nvPr/>
            </p:nvSpPr>
            <p:spPr>
              <a:xfrm flipV="1">
                <a:off x="6572250"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5" name="Straight Connector 137"/>
              <p:cNvSpPr/>
              <p:nvPr/>
            </p:nvSpPr>
            <p:spPr>
              <a:xfrm flipV="1">
                <a:off x="6715124" y="21910"/>
                <a:ext cx="1" cy="92388"/>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6" name="Straight Connector 138"/>
              <p:cNvSpPr/>
              <p:nvPr/>
            </p:nvSpPr>
            <p:spPr>
              <a:xfrm flipV="1">
                <a:off x="8572500" y="28573"/>
                <a:ext cx="1" cy="92387"/>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nvGrpSpPr>
            <p:cNvPr id="799" name="Group 104"/>
            <p:cNvGrpSpPr/>
            <p:nvPr/>
          </p:nvGrpSpPr>
          <p:grpSpPr>
            <a:xfrm>
              <a:off x="440452" y="5308278"/>
              <a:ext cx="8572502" cy="99051"/>
              <a:chOff x="0" y="0"/>
              <a:chExt cx="8572500" cy="99049"/>
            </a:xfrm>
          </p:grpSpPr>
          <p:sp>
            <p:nvSpPr>
              <p:cNvPr id="788" name="Straight Connector 117"/>
              <p:cNvSpPr/>
              <p:nvPr/>
            </p:nvSpPr>
            <p:spPr>
              <a:xfrm flipV="1">
                <a:off x="-1" y="8"/>
                <a:ext cx="2"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89" name="Straight Connector 118"/>
              <p:cNvSpPr/>
              <p:nvPr/>
            </p:nvSpPr>
            <p:spPr>
              <a:xfrm flipV="1">
                <a:off x="185737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0" name="Straight Connector 119"/>
              <p:cNvSpPr/>
              <p:nvPr/>
            </p:nvSpPr>
            <p:spPr>
              <a:xfrm flipV="1">
                <a:off x="2000249"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1" name="Straight Connector 120"/>
              <p:cNvSpPr/>
              <p:nvPr/>
            </p:nvSpPr>
            <p:spPr>
              <a:xfrm flipV="1">
                <a:off x="214312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2" name="Straight Connector 121"/>
              <p:cNvSpPr/>
              <p:nvPr/>
            </p:nvSpPr>
            <p:spPr>
              <a:xfrm flipV="1">
                <a:off x="414337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3" name="Straight Connector 122"/>
              <p:cNvSpPr/>
              <p:nvPr/>
            </p:nvSpPr>
            <p:spPr>
              <a:xfrm flipV="1">
                <a:off x="4286249"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4" name="Straight Connector 123"/>
              <p:cNvSpPr/>
              <p:nvPr/>
            </p:nvSpPr>
            <p:spPr>
              <a:xfrm flipV="1">
                <a:off x="442912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5" name="Straight Connector 124"/>
              <p:cNvSpPr/>
              <p:nvPr/>
            </p:nvSpPr>
            <p:spPr>
              <a:xfrm flipV="1">
                <a:off x="642937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6" name="Straight Connector 125"/>
              <p:cNvSpPr/>
              <p:nvPr/>
            </p:nvSpPr>
            <p:spPr>
              <a:xfrm flipV="1">
                <a:off x="6572249"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7" name="Straight Connector 126"/>
              <p:cNvSpPr/>
              <p:nvPr/>
            </p:nvSpPr>
            <p:spPr>
              <a:xfrm flipV="1">
                <a:off x="6715124" y="6661"/>
                <a:ext cx="1" cy="92389"/>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798" name="Straight Connector 127"/>
              <p:cNvSpPr/>
              <p:nvPr/>
            </p:nvSpPr>
            <p:spPr>
              <a:xfrm flipV="1">
                <a:off x="8572500" y="0"/>
                <a:ext cx="1" cy="92390"/>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nvGrpSpPr>
            <p:cNvPr id="805" name="Group 105"/>
            <p:cNvGrpSpPr/>
            <p:nvPr/>
          </p:nvGrpSpPr>
          <p:grpSpPr>
            <a:xfrm>
              <a:off x="-1" y="428226"/>
              <a:ext cx="125733" cy="4476747"/>
              <a:chOff x="0" y="0"/>
              <a:chExt cx="125731" cy="4476746"/>
            </a:xfrm>
          </p:grpSpPr>
          <p:sp>
            <p:nvSpPr>
              <p:cNvPr id="800" name="Straight Connector 112"/>
              <p:cNvSpPr/>
              <p:nvPr/>
            </p:nvSpPr>
            <p:spPr>
              <a:xfrm flipH="1">
                <a:off x="0" y="1000124"/>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1" name="Straight Connector 113"/>
              <p:cNvSpPr/>
              <p:nvPr/>
            </p:nvSpPr>
            <p:spPr>
              <a:xfrm flipH="1">
                <a:off x="0" y="2285998"/>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2" name="Straight Connector 114"/>
              <p:cNvSpPr/>
              <p:nvPr/>
            </p:nvSpPr>
            <p:spPr>
              <a:xfrm flipH="1">
                <a:off x="0" y="3572570"/>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3" name="Straight Connector 115"/>
              <p:cNvSpPr/>
              <p:nvPr/>
            </p:nvSpPr>
            <p:spPr>
              <a:xfrm flipH="1" flipV="1">
                <a:off x="11430" y="-1"/>
                <a:ext cx="92305"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4" name="Straight Connector 116"/>
              <p:cNvSpPr/>
              <p:nvPr/>
            </p:nvSpPr>
            <p:spPr>
              <a:xfrm flipH="1">
                <a:off x="33428" y="4476746"/>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nvGrpSpPr>
            <p:cNvPr id="811" name="Group 106"/>
            <p:cNvGrpSpPr/>
            <p:nvPr/>
          </p:nvGrpSpPr>
          <p:grpSpPr>
            <a:xfrm>
              <a:off x="9320303" y="428226"/>
              <a:ext cx="120879" cy="4474846"/>
              <a:chOff x="0" y="0"/>
              <a:chExt cx="120878" cy="4474845"/>
            </a:xfrm>
          </p:grpSpPr>
          <p:sp>
            <p:nvSpPr>
              <p:cNvPr id="806" name="Straight Connector 107"/>
              <p:cNvSpPr/>
              <p:nvPr/>
            </p:nvSpPr>
            <p:spPr>
              <a:xfrm flipH="1">
                <a:off x="6578" y="1000124"/>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7" name="Straight Connector 108"/>
              <p:cNvSpPr/>
              <p:nvPr/>
            </p:nvSpPr>
            <p:spPr>
              <a:xfrm flipH="1">
                <a:off x="6578" y="2285999"/>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8" name="Straight Connector 109"/>
              <p:cNvSpPr/>
              <p:nvPr/>
            </p:nvSpPr>
            <p:spPr>
              <a:xfrm flipH="1">
                <a:off x="6578" y="3572570"/>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09" name="Straight Connector 110"/>
              <p:cNvSpPr/>
              <p:nvPr/>
            </p:nvSpPr>
            <p:spPr>
              <a:xfrm flipH="1" flipV="1">
                <a:off x="0" y="-1"/>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sp>
            <p:nvSpPr>
              <p:cNvPr id="810" name="Straight Connector 111"/>
              <p:cNvSpPr/>
              <p:nvPr/>
            </p:nvSpPr>
            <p:spPr>
              <a:xfrm flipH="1">
                <a:off x="28575" y="4474845"/>
                <a:ext cx="92304" cy="1"/>
              </a:xfrm>
              <a:prstGeom prst="line">
                <a:avLst/>
              </a:prstGeom>
              <a:noFill/>
              <a:ln w="3175" cap="flat">
                <a:solidFill>
                  <a:schemeClr val="accent3"/>
                </a:solidFill>
                <a:prstDash val="solid"/>
                <a:round/>
              </a:ln>
              <a:effectLst/>
            </p:spPr>
            <p:txBody>
              <a:bodyPr wrap="square" lIns="28575" tIns="28575" rIns="28575" bIns="28575" numCol="1" anchor="t">
                <a:noAutofit/>
              </a:bodyPr>
              <a:lstStyle/>
              <a:p>
                <a:pPr defTabSz="685983">
                  <a:defRPr sz="1200">
                    <a:solidFill>
                      <a:srgbClr val="000000"/>
                    </a:solidFill>
                  </a:defRPr>
                </a:pPr>
                <a:endParaRPr/>
              </a:p>
            </p:txBody>
          </p:sp>
        </p:grpSp>
      </p:grpSp>
      <p:pic>
        <p:nvPicPr>
          <p:cNvPr id="813" name="Picture 43" descr="Picture 43"/>
          <p:cNvPicPr>
            <a:picLocks noChangeAspect="1"/>
          </p:cNvPicPr>
          <p:nvPr/>
        </p:nvPicPr>
        <p:blipFill>
          <a:blip r:embed="rId2"/>
          <a:stretch>
            <a:fillRect/>
          </a:stretch>
        </p:blipFill>
        <p:spPr>
          <a:xfrm>
            <a:off x="8572500" y="4931842"/>
            <a:ext cx="288278" cy="116408"/>
          </a:xfrm>
          <a:prstGeom prst="rect">
            <a:avLst/>
          </a:prstGeom>
          <a:ln w="12700">
            <a:miter lim="400000"/>
          </a:ln>
        </p:spPr>
      </p:pic>
      <p:grpSp>
        <p:nvGrpSpPr>
          <p:cNvPr id="816" name="Group 44"/>
          <p:cNvGrpSpPr/>
          <p:nvPr/>
        </p:nvGrpSpPr>
        <p:grpSpPr>
          <a:xfrm>
            <a:off x="490141" y="5033703"/>
            <a:ext cx="1867295" cy="2"/>
            <a:chOff x="0" y="63500"/>
            <a:chExt cx="1867293" cy="0"/>
          </a:xfrm>
        </p:grpSpPr>
        <p:sp>
          <p:nvSpPr>
            <p:cNvPr id="814" name="Footer Placeholder 3"/>
            <p:cNvSpPr/>
            <p:nvPr/>
          </p:nvSpPr>
          <p:spPr>
            <a:xfrm>
              <a:off x="0" y="63500"/>
              <a:ext cx="1427760"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p>
              <a:pPr defTabSz="428625">
                <a:spcBef>
                  <a:spcPts val="700"/>
                </a:spcBef>
                <a:defRPr sz="400">
                  <a:solidFill>
                    <a:srgbClr val="001141"/>
                  </a:solidFill>
                  <a:latin typeface="+mn-lt"/>
                  <a:ea typeface="+mn-ea"/>
                  <a:cs typeface="+mn-cs"/>
                  <a:sym typeface="IBM Plex Sans"/>
                </a:defRPr>
              </a:pPr>
              <a:r>
                <a:t>©</a:t>
              </a:r>
              <a:r>
                <a:rPr sz="200"/>
                <a:t> </a:t>
              </a:r>
              <a:r>
                <a:t>2022 IBM Corporation               </a:t>
              </a:r>
            </a:p>
          </p:txBody>
        </p:sp>
        <p:sp>
          <p:nvSpPr>
            <p:cNvPr id="815" name="Date Placeholder 2"/>
            <p:cNvSpPr/>
            <p:nvPr/>
          </p:nvSpPr>
          <p:spPr>
            <a:xfrm>
              <a:off x="838593" y="63500"/>
              <a:ext cx="1028701"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0" tIns="0" rIns="0" bIns="0" numCol="1" anchor="ctr">
              <a:spAutoFit/>
            </a:bodyPr>
            <a:lstStyle>
              <a:lvl1pPr defTabSz="571500">
                <a:spcBef>
                  <a:spcPts val="700"/>
                </a:spcBef>
                <a:defRPr sz="400">
                  <a:solidFill>
                    <a:srgbClr val="001141"/>
                  </a:solidFill>
                  <a:latin typeface="+mn-lt"/>
                  <a:ea typeface="+mn-ea"/>
                  <a:cs typeface="+mn-cs"/>
                  <a:sym typeface="IBM Plex Sans"/>
                </a:defRPr>
              </a:lvl1pPr>
            </a:lstStyle>
            <a:p>
              <a:r>
                <a:t> IBM Consulting</a:t>
              </a:r>
            </a:p>
          </p:txBody>
        </p:sp>
      </p:grpSp>
      <p:sp>
        <p:nvSpPr>
          <p:cNvPr id="817" name="Rectangle 6"/>
          <p:cNvSpPr/>
          <p:nvPr/>
        </p:nvSpPr>
        <p:spPr>
          <a:xfrm>
            <a:off x="4572000" y="2571750"/>
            <a:ext cx="4572000" cy="2571750"/>
          </a:xfrm>
          <a:prstGeom prst="rect">
            <a:avLst/>
          </a:prstGeom>
          <a:solidFill>
            <a:srgbClr val="F4F4F4"/>
          </a:solidFill>
          <a:ln w="12700">
            <a:miter lim="400000"/>
          </a:ln>
        </p:spPr>
        <p:txBody>
          <a:bodyPr lIns="57150" tIns="57150" rIns="57150" bIns="57150" anchor="ctr"/>
          <a:lstStyle/>
          <a:p>
            <a:pPr algn="ctr" defTabSz="685983">
              <a:defRPr sz="1200">
                <a:solidFill>
                  <a:srgbClr val="000000"/>
                </a:solidFill>
              </a:defRPr>
            </a:pPr>
            <a:endParaRPr/>
          </a:p>
        </p:txBody>
      </p:sp>
      <p:sp>
        <p:nvSpPr>
          <p:cNvPr id="818" name="Title Text"/>
          <p:cNvSpPr txBox="1">
            <a:spLocks noGrp="1"/>
          </p:cNvSpPr>
          <p:nvPr>
            <p:ph type="title"/>
          </p:nvPr>
        </p:nvSpPr>
        <p:spPr>
          <a:xfrm>
            <a:off x="285750" y="656828"/>
            <a:ext cx="2000250" cy="657822"/>
          </a:xfrm>
          <a:prstGeom prst="rect">
            <a:avLst/>
          </a:prstGeom>
        </p:spPr>
        <p:txBody>
          <a:bodyPr>
            <a:normAutofit/>
          </a:bodyPr>
          <a:lstStyle>
            <a:lvl1pPr defTabSz="571500">
              <a:lnSpc>
                <a:spcPct val="100000"/>
              </a:lnSpc>
              <a:spcBef>
                <a:spcPts val="2100"/>
              </a:spcBef>
              <a:defRPr sz="2000">
                <a:solidFill>
                  <a:srgbClr val="001141"/>
                </a:solidFill>
              </a:defRPr>
            </a:lvl1pPr>
          </a:lstStyle>
          <a:p>
            <a:r>
              <a:t>Title Text</a:t>
            </a:r>
          </a:p>
        </p:txBody>
      </p:sp>
      <p:sp>
        <p:nvSpPr>
          <p:cNvPr id="819" name="Body Level One…"/>
          <p:cNvSpPr txBox="1">
            <a:spLocks noGrp="1"/>
          </p:cNvSpPr>
          <p:nvPr>
            <p:ph type="body" sz="quarter" idx="1"/>
          </p:nvPr>
        </p:nvSpPr>
        <p:spPr>
          <a:xfrm>
            <a:off x="285750" y="285750"/>
            <a:ext cx="4143375" cy="142875"/>
          </a:xfrm>
          <a:prstGeom prst="rect">
            <a:avLst/>
          </a:prstGeom>
        </p:spPr>
        <p:txBody>
          <a:bodyPr>
            <a:normAutofit/>
          </a:bodyPr>
          <a:lstStyle>
            <a:lvl1pPr defTabSz="571500">
              <a:spcBef>
                <a:spcPts val="800"/>
              </a:spcBef>
              <a:defRPr sz="700">
                <a:solidFill>
                  <a:srgbClr val="001141"/>
                </a:solidFill>
                <a:latin typeface="IBM Plex Sans Medm"/>
                <a:ea typeface="IBM Plex Sans Medm"/>
                <a:cs typeface="IBM Plex Sans Medm"/>
                <a:sym typeface="IBM Plex Sans Medium"/>
              </a:defRPr>
            </a:lvl1pPr>
            <a:lvl2pPr marL="160019" indent="-160019" defTabSz="571500">
              <a:spcBef>
                <a:spcPts val="800"/>
              </a:spcBef>
              <a:defRPr sz="700">
                <a:solidFill>
                  <a:srgbClr val="001141"/>
                </a:solidFill>
                <a:latin typeface="IBM Plex Sans Medm"/>
                <a:ea typeface="IBM Plex Sans Medm"/>
                <a:cs typeface="IBM Plex Sans Medm"/>
                <a:sym typeface="IBM Plex Sans Medium"/>
              </a:defRPr>
            </a:lvl2pPr>
            <a:lvl3pPr marL="342900" indent="-160020" defTabSz="571500">
              <a:spcBef>
                <a:spcPts val="800"/>
              </a:spcBef>
              <a:defRPr sz="700">
                <a:solidFill>
                  <a:srgbClr val="001141"/>
                </a:solidFill>
                <a:latin typeface="IBM Plex Sans Medm"/>
                <a:ea typeface="IBM Plex Sans Medm"/>
                <a:cs typeface="IBM Plex Sans Medm"/>
                <a:sym typeface="IBM Plex Sans Medium"/>
              </a:defRPr>
            </a:lvl3pPr>
            <a:lvl4pPr marL="525780" indent="-160020" defTabSz="571500">
              <a:spcBef>
                <a:spcPts val="800"/>
              </a:spcBef>
              <a:defRPr sz="700">
                <a:solidFill>
                  <a:srgbClr val="001141"/>
                </a:solidFill>
                <a:latin typeface="IBM Plex Sans Medm"/>
                <a:ea typeface="IBM Plex Sans Medm"/>
                <a:cs typeface="IBM Plex Sans Medm"/>
                <a:sym typeface="IBM Plex Sans Medium"/>
              </a:defRPr>
            </a:lvl4pPr>
            <a:lvl5pPr marL="708659" indent="-160020" defTabSz="571500">
              <a:spcBef>
                <a:spcPts val="800"/>
              </a:spcBef>
              <a:defRPr sz="700">
                <a:solidFill>
                  <a:srgbClr val="001141"/>
                </a:solidFill>
                <a:latin typeface="IBM Plex Sans Medm"/>
                <a:ea typeface="IBM Plex Sans Medm"/>
                <a:cs typeface="IBM Plex Sans Medm"/>
                <a:sym typeface="IBM Plex Sans Medium"/>
              </a:defRPr>
            </a:lvl5pPr>
          </a:lstStyle>
          <a:p>
            <a:r>
              <a:t>Body Level One</a:t>
            </a:r>
          </a:p>
          <a:p>
            <a:pPr lvl="1"/>
            <a:r>
              <a:t>Body Level Two</a:t>
            </a:r>
          </a:p>
          <a:p>
            <a:pPr lvl="2"/>
            <a:r>
              <a:t>Body Level Three</a:t>
            </a:r>
          </a:p>
          <a:p>
            <a:pPr lvl="3"/>
            <a:r>
              <a:t>Body Level Four</a:t>
            </a:r>
          </a:p>
          <a:p>
            <a:pPr lvl="4"/>
            <a:r>
              <a:t>Body Level Five</a:t>
            </a:r>
          </a:p>
        </p:txBody>
      </p:sp>
      <p:sp>
        <p:nvSpPr>
          <p:cNvPr id="820" name="Picture Placeholder 2"/>
          <p:cNvSpPr>
            <a:spLocks noGrp="1"/>
          </p:cNvSpPr>
          <p:nvPr>
            <p:ph type="pic" sz="half" idx="21"/>
          </p:nvPr>
        </p:nvSpPr>
        <p:spPr>
          <a:xfrm>
            <a:off x="4572000" y="0"/>
            <a:ext cx="4572000" cy="2571750"/>
          </a:xfrm>
          <a:prstGeom prst="rect">
            <a:avLst/>
          </a:prstGeom>
        </p:spPr>
        <p:txBody>
          <a:bodyPr lIns="91439" tIns="45719" rIns="91439" bIns="45719"/>
          <a:lstStyle/>
          <a:p>
            <a:endParaRPr/>
          </a:p>
        </p:txBody>
      </p:sp>
      <p:sp>
        <p:nvSpPr>
          <p:cNvPr id="821" name="Straight Connector 13"/>
          <p:cNvSpPr/>
          <p:nvPr/>
        </p:nvSpPr>
        <p:spPr>
          <a:xfrm flipH="1" flipV="1">
            <a:off x="285749" y="2571750"/>
            <a:ext cx="4143376" cy="1"/>
          </a:xfrm>
          <a:prstGeom prst="line">
            <a:avLst/>
          </a:prstGeom>
          <a:ln w="3175">
            <a:solidFill>
              <a:srgbClr val="001141"/>
            </a:solidFill>
          </a:ln>
        </p:spPr>
        <p:txBody>
          <a:bodyPr lIns="28575" tIns="28575" rIns="28575" bIns="28575"/>
          <a:lstStyle/>
          <a:p>
            <a:pPr defTabSz="685983">
              <a:defRPr sz="1200">
                <a:solidFill>
                  <a:srgbClr val="000000"/>
                </a:solidFill>
              </a:defRPr>
            </a:pPr>
            <a:endParaRPr/>
          </a:p>
        </p:txBody>
      </p:sp>
      <p:sp>
        <p:nvSpPr>
          <p:cNvPr id="822" name="Text Placeholder 3"/>
          <p:cNvSpPr>
            <a:spLocks noGrp="1"/>
          </p:cNvSpPr>
          <p:nvPr>
            <p:ph type="body" sz="quarter" idx="22"/>
          </p:nvPr>
        </p:nvSpPr>
        <p:spPr>
          <a:xfrm>
            <a:off x="285750" y="1461084"/>
            <a:ext cx="1857375" cy="996090"/>
          </a:xfrm>
          <a:prstGeom prst="rect">
            <a:avLst/>
          </a:prstGeom>
        </p:spPr>
        <p:txBody>
          <a:bodyPr>
            <a:normAutofit/>
          </a:bodyPr>
          <a:lstStyle/>
          <a:p>
            <a:pPr defTabSz="571500">
              <a:lnSpc>
                <a:spcPts val="1000"/>
              </a:lnSpc>
              <a:spcBef>
                <a:spcPts val="1000"/>
              </a:spcBef>
              <a:defRPr sz="700">
                <a:solidFill>
                  <a:srgbClr val="001141"/>
                </a:solidFill>
              </a:defRPr>
            </a:pPr>
            <a:endParaRPr/>
          </a:p>
        </p:txBody>
      </p:sp>
      <p:sp>
        <p:nvSpPr>
          <p:cNvPr id="823" name="Text Placeholder 3"/>
          <p:cNvSpPr>
            <a:spLocks noGrp="1"/>
          </p:cNvSpPr>
          <p:nvPr>
            <p:ph type="body" sz="quarter" idx="23"/>
          </p:nvPr>
        </p:nvSpPr>
        <p:spPr>
          <a:xfrm>
            <a:off x="2428875" y="1461084"/>
            <a:ext cx="2000250" cy="996090"/>
          </a:xfrm>
          <a:prstGeom prst="rect">
            <a:avLst/>
          </a:prstGeom>
        </p:spPr>
        <p:txBody>
          <a:bodyPr>
            <a:normAutofit/>
          </a:bodyPr>
          <a:lstStyle/>
          <a:p>
            <a:pPr defTabSz="571500">
              <a:lnSpc>
                <a:spcPts val="1000"/>
              </a:lnSpc>
              <a:spcBef>
                <a:spcPts val="1000"/>
              </a:spcBef>
              <a:defRPr sz="700">
                <a:solidFill>
                  <a:srgbClr val="001141"/>
                </a:solidFill>
              </a:defRPr>
            </a:pPr>
            <a:endParaRPr/>
          </a:p>
        </p:txBody>
      </p:sp>
      <p:sp>
        <p:nvSpPr>
          <p:cNvPr id="824" name="Text Placeholder 3"/>
          <p:cNvSpPr>
            <a:spLocks noGrp="1"/>
          </p:cNvSpPr>
          <p:nvPr>
            <p:ph type="body" sz="quarter" idx="24"/>
          </p:nvPr>
        </p:nvSpPr>
        <p:spPr>
          <a:xfrm>
            <a:off x="285750" y="2600050"/>
            <a:ext cx="1857375" cy="2143598"/>
          </a:xfrm>
          <a:prstGeom prst="rect">
            <a:avLst/>
          </a:prstGeom>
        </p:spPr>
        <p:txBody>
          <a:bodyPr>
            <a:normAutofit/>
          </a:bodyPr>
          <a:lstStyle/>
          <a:p>
            <a:pPr defTabSz="571500">
              <a:lnSpc>
                <a:spcPts val="1200"/>
              </a:lnSpc>
              <a:spcBef>
                <a:spcPts val="1000"/>
              </a:spcBef>
              <a:defRPr sz="1000">
                <a:solidFill>
                  <a:srgbClr val="001141"/>
                </a:solidFill>
              </a:defRPr>
            </a:pPr>
            <a:endParaRPr/>
          </a:p>
        </p:txBody>
      </p:sp>
      <p:sp>
        <p:nvSpPr>
          <p:cNvPr id="825" name="Text Placeholder 3"/>
          <p:cNvSpPr>
            <a:spLocks noGrp="1"/>
          </p:cNvSpPr>
          <p:nvPr>
            <p:ph type="body" sz="quarter" idx="25"/>
          </p:nvPr>
        </p:nvSpPr>
        <p:spPr>
          <a:xfrm>
            <a:off x="2428875" y="2600050"/>
            <a:ext cx="2000250" cy="2143598"/>
          </a:xfrm>
          <a:prstGeom prst="rect">
            <a:avLst/>
          </a:prstGeom>
        </p:spPr>
        <p:txBody>
          <a:bodyPr>
            <a:normAutofit/>
          </a:bodyPr>
          <a:lstStyle/>
          <a:p>
            <a:pPr defTabSz="571500">
              <a:lnSpc>
                <a:spcPts val="1200"/>
              </a:lnSpc>
              <a:spcBef>
                <a:spcPts val="1000"/>
              </a:spcBef>
              <a:defRPr sz="1000">
                <a:solidFill>
                  <a:srgbClr val="001141"/>
                </a:solidFill>
              </a:defRPr>
            </a:pPr>
            <a:endParaRPr/>
          </a:p>
        </p:txBody>
      </p:sp>
      <p:sp>
        <p:nvSpPr>
          <p:cNvPr id="826" name="Text Placeholder 3"/>
          <p:cNvSpPr>
            <a:spLocks noGrp="1"/>
          </p:cNvSpPr>
          <p:nvPr>
            <p:ph type="body" sz="quarter" idx="26"/>
          </p:nvPr>
        </p:nvSpPr>
        <p:spPr>
          <a:xfrm>
            <a:off x="4718050" y="2600050"/>
            <a:ext cx="1997075" cy="2143598"/>
          </a:xfrm>
          <a:prstGeom prst="rect">
            <a:avLst/>
          </a:prstGeom>
        </p:spPr>
        <p:txBody>
          <a:bodyPr>
            <a:normAutofit/>
          </a:bodyPr>
          <a:lstStyle/>
          <a:p>
            <a:pPr defTabSz="571500">
              <a:defRPr>
                <a:solidFill>
                  <a:srgbClr val="001141"/>
                </a:solidFill>
              </a:defRPr>
            </a:pPr>
            <a:endParaRPr/>
          </a:p>
        </p:txBody>
      </p:sp>
      <p:pic>
        <p:nvPicPr>
          <p:cNvPr id="827" name="Picture 21" descr="Picture 21"/>
          <p:cNvPicPr>
            <a:picLocks noChangeAspect="1"/>
          </p:cNvPicPr>
          <p:nvPr/>
        </p:nvPicPr>
        <p:blipFill>
          <a:blip r:embed="rId2"/>
          <a:stretch>
            <a:fillRect/>
          </a:stretch>
        </p:blipFill>
        <p:spPr>
          <a:xfrm>
            <a:off x="8572500" y="4931842"/>
            <a:ext cx="288278" cy="116408"/>
          </a:xfrm>
          <a:prstGeom prst="rect">
            <a:avLst/>
          </a:prstGeom>
          <a:ln w="12700">
            <a:miter lim="400000"/>
          </a:ln>
        </p:spPr>
      </p:pic>
    </p:spTree>
  </p:cSld>
  <p:clrMapOvr>
    <a:masterClrMapping/>
  </p:clrMapOvr>
  <p:transition spd="med"/>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type="tx">
  <p:cSld name="2-8_Title and Content">
    <p:bg>
      <p:bgPr>
        <a:solidFill>
          <a:srgbClr val="F3F3F3"/>
        </a:solidFill>
        <a:effectLst/>
      </p:bgPr>
    </p:bg>
    <p:spTree>
      <p:nvGrpSpPr>
        <p:cNvPr id="1" name=""/>
        <p:cNvGrpSpPr/>
        <p:nvPr/>
      </p:nvGrpSpPr>
      <p:grpSpPr>
        <a:xfrm>
          <a:off x="0" y="0"/>
          <a:ext cx="0" cy="0"/>
          <a:chOff x="0" y="0"/>
          <a:chExt cx="0" cy="0"/>
        </a:xfrm>
      </p:grpSpPr>
      <p:grpSp>
        <p:nvGrpSpPr>
          <p:cNvPr id="878" name="Group 58"/>
          <p:cNvGrpSpPr/>
          <p:nvPr/>
        </p:nvGrpSpPr>
        <p:grpSpPr>
          <a:xfrm>
            <a:off x="-109731" y="-110094"/>
            <a:ext cx="9364221" cy="5364482"/>
            <a:chOff x="0" y="0"/>
            <a:chExt cx="9364219" cy="5364480"/>
          </a:xfrm>
        </p:grpSpPr>
        <p:grpSp>
          <p:nvGrpSpPr>
            <p:cNvPr id="845" name="Group 59"/>
            <p:cNvGrpSpPr/>
            <p:nvPr/>
          </p:nvGrpSpPr>
          <p:grpSpPr>
            <a:xfrm>
              <a:off x="338727" y="0"/>
              <a:ext cx="8686732" cy="91441"/>
              <a:chOff x="0" y="0"/>
              <a:chExt cx="8686732" cy="91440"/>
            </a:xfrm>
          </p:grpSpPr>
          <p:sp>
            <p:nvSpPr>
              <p:cNvPr id="834" name="Straight Connector 92"/>
              <p:cNvSpPr/>
              <p:nvPr/>
            </p:nvSpPr>
            <p:spPr>
              <a:xfrm flipV="1">
                <a:off x="-1" y="0"/>
                <a:ext cx="2"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35" name="Straight Connector 93"/>
              <p:cNvSpPr/>
              <p:nvPr/>
            </p:nvSpPr>
            <p:spPr>
              <a:xfrm flipV="1">
                <a:off x="18287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36" name="Straight Connector 94"/>
              <p:cNvSpPr/>
              <p:nvPr/>
            </p:nvSpPr>
            <p:spPr>
              <a:xfrm flipV="1">
                <a:off x="20573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37" name="Straight Connector 95"/>
              <p:cNvSpPr/>
              <p:nvPr/>
            </p:nvSpPr>
            <p:spPr>
              <a:xfrm flipV="1">
                <a:off x="22859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38" name="Straight Connector 96"/>
              <p:cNvSpPr/>
              <p:nvPr/>
            </p:nvSpPr>
            <p:spPr>
              <a:xfrm flipV="1">
                <a:off x="41148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39" name="Straight Connector 97"/>
              <p:cNvSpPr/>
              <p:nvPr/>
            </p:nvSpPr>
            <p:spPr>
              <a:xfrm flipV="1">
                <a:off x="43433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0" name="Straight Connector 98"/>
              <p:cNvSpPr/>
              <p:nvPr/>
            </p:nvSpPr>
            <p:spPr>
              <a:xfrm flipV="1">
                <a:off x="45719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1" name="Straight Connector 99"/>
              <p:cNvSpPr/>
              <p:nvPr/>
            </p:nvSpPr>
            <p:spPr>
              <a:xfrm flipV="1">
                <a:off x="64008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2" name="Straight Connector 100"/>
              <p:cNvSpPr/>
              <p:nvPr/>
            </p:nvSpPr>
            <p:spPr>
              <a:xfrm flipV="1">
                <a:off x="66294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3" name="Straight Connector 101"/>
              <p:cNvSpPr/>
              <p:nvPr/>
            </p:nvSpPr>
            <p:spPr>
              <a:xfrm flipV="1">
                <a:off x="68580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4" name="Straight Connector 102"/>
              <p:cNvSpPr/>
              <p:nvPr/>
            </p:nvSpPr>
            <p:spPr>
              <a:xfrm flipV="1">
                <a:off x="8686732"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grpSp>
        <p:grpSp>
          <p:nvGrpSpPr>
            <p:cNvPr id="857" name="Group 60"/>
            <p:cNvGrpSpPr/>
            <p:nvPr/>
          </p:nvGrpSpPr>
          <p:grpSpPr>
            <a:xfrm>
              <a:off x="338727" y="5273040"/>
              <a:ext cx="8686732" cy="91441"/>
              <a:chOff x="0" y="0"/>
              <a:chExt cx="8686732" cy="91440"/>
            </a:xfrm>
          </p:grpSpPr>
          <p:sp>
            <p:nvSpPr>
              <p:cNvPr id="846" name="Straight Connector 81"/>
              <p:cNvSpPr/>
              <p:nvPr/>
            </p:nvSpPr>
            <p:spPr>
              <a:xfrm flipV="1">
                <a:off x="-1" y="0"/>
                <a:ext cx="2"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7" name="Straight Connector 82"/>
              <p:cNvSpPr/>
              <p:nvPr/>
            </p:nvSpPr>
            <p:spPr>
              <a:xfrm flipV="1">
                <a:off x="18287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8" name="Straight Connector 83"/>
              <p:cNvSpPr/>
              <p:nvPr/>
            </p:nvSpPr>
            <p:spPr>
              <a:xfrm flipV="1">
                <a:off x="20573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49" name="Straight Connector 84"/>
              <p:cNvSpPr/>
              <p:nvPr/>
            </p:nvSpPr>
            <p:spPr>
              <a:xfrm flipV="1">
                <a:off x="22859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0" name="Straight Connector 85"/>
              <p:cNvSpPr/>
              <p:nvPr/>
            </p:nvSpPr>
            <p:spPr>
              <a:xfrm flipV="1">
                <a:off x="41148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1" name="Straight Connector 86"/>
              <p:cNvSpPr/>
              <p:nvPr/>
            </p:nvSpPr>
            <p:spPr>
              <a:xfrm flipV="1">
                <a:off x="43433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2" name="Straight Connector 87"/>
              <p:cNvSpPr/>
              <p:nvPr/>
            </p:nvSpPr>
            <p:spPr>
              <a:xfrm flipV="1">
                <a:off x="4571999"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3" name="Straight Connector 88"/>
              <p:cNvSpPr/>
              <p:nvPr/>
            </p:nvSpPr>
            <p:spPr>
              <a:xfrm flipV="1">
                <a:off x="64008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4" name="Straight Connector 89"/>
              <p:cNvSpPr/>
              <p:nvPr/>
            </p:nvSpPr>
            <p:spPr>
              <a:xfrm flipV="1">
                <a:off x="66294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5" name="Straight Connector 90"/>
              <p:cNvSpPr/>
              <p:nvPr/>
            </p:nvSpPr>
            <p:spPr>
              <a:xfrm flipV="1">
                <a:off x="6858000"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6" name="Straight Connector 91"/>
              <p:cNvSpPr/>
              <p:nvPr/>
            </p:nvSpPr>
            <p:spPr>
              <a:xfrm flipV="1">
                <a:off x="8686732" y="0"/>
                <a:ext cx="1" cy="9144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grpSp>
        <p:grpSp>
          <p:nvGrpSpPr>
            <p:cNvPr id="867" name="Group 61"/>
            <p:cNvGrpSpPr/>
            <p:nvPr/>
          </p:nvGrpSpPr>
          <p:grpSpPr>
            <a:xfrm>
              <a:off x="0" y="347837"/>
              <a:ext cx="91441" cy="4664457"/>
              <a:chOff x="0" y="0"/>
              <a:chExt cx="91440" cy="4664455"/>
            </a:xfrm>
          </p:grpSpPr>
          <p:sp>
            <p:nvSpPr>
              <p:cNvPr id="858" name="Straight Connector 72"/>
              <p:cNvSpPr/>
              <p:nvPr/>
            </p:nvSpPr>
            <p:spPr>
              <a:xfrm flipH="1">
                <a:off x="0" y="416052"/>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59" name="Straight Connector 73"/>
              <p:cNvSpPr/>
              <p:nvPr/>
            </p:nvSpPr>
            <p:spPr>
              <a:xfrm flipH="1">
                <a:off x="0" y="1051559"/>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0" name="Straight Connector 74"/>
              <p:cNvSpPr/>
              <p:nvPr/>
            </p:nvSpPr>
            <p:spPr>
              <a:xfrm flipH="1">
                <a:off x="0" y="169164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1" name="Straight Connector 75"/>
              <p:cNvSpPr/>
              <p:nvPr/>
            </p:nvSpPr>
            <p:spPr>
              <a:xfrm flipH="1">
                <a:off x="0" y="2333246"/>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2" name="Straight Connector 76"/>
              <p:cNvSpPr/>
              <p:nvPr/>
            </p:nvSpPr>
            <p:spPr>
              <a:xfrm flipH="1">
                <a:off x="0" y="2971800"/>
                <a:ext cx="91441" cy="0"/>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3" name="Straight Connector 77"/>
              <p:cNvSpPr/>
              <p:nvPr/>
            </p:nvSpPr>
            <p:spPr>
              <a:xfrm flipH="1">
                <a:off x="0" y="3611879"/>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4" name="Straight Connector 78"/>
              <p:cNvSpPr/>
              <p:nvPr/>
            </p:nvSpPr>
            <p:spPr>
              <a:xfrm flipH="1">
                <a:off x="0" y="4256531"/>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5" name="Straight Connector 79"/>
              <p:cNvSpPr/>
              <p:nvPr/>
            </p:nvSpPr>
            <p:spPr>
              <a:xfrm flipH="1" flipV="1">
                <a:off x="0" y="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6" name="Straight Connector 80"/>
              <p:cNvSpPr/>
              <p:nvPr/>
            </p:nvSpPr>
            <p:spPr>
              <a:xfrm flipH="1">
                <a:off x="0" y="4664455"/>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grpSp>
        <p:grpSp>
          <p:nvGrpSpPr>
            <p:cNvPr id="877" name="Group 62"/>
            <p:cNvGrpSpPr/>
            <p:nvPr/>
          </p:nvGrpSpPr>
          <p:grpSpPr>
            <a:xfrm>
              <a:off x="9272779" y="347837"/>
              <a:ext cx="91441" cy="4663441"/>
              <a:chOff x="0" y="0"/>
              <a:chExt cx="91440" cy="4663440"/>
            </a:xfrm>
          </p:grpSpPr>
          <p:sp>
            <p:nvSpPr>
              <p:cNvPr id="868" name="Straight Connector 63"/>
              <p:cNvSpPr/>
              <p:nvPr/>
            </p:nvSpPr>
            <p:spPr>
              <a:xfrm flipH="1">
                <a:off x="0" y="416052"/>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69" name="Straight Connector 64"/>
              <p:cNvSpPr/>
              <p:nvPr/>
            </p:nvSpPr>
            <p:spPr>
              <a:xfrm flipH="1">
                <a:off x="0" y="105156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0" name="Straight Connector 65"/>
              <p:cNvSpPr/>
              <p:nvPr/>
            </p:nvSpPr>
            <p:spPr>
              <a:xfrm flipH="1">
                <a:off x="0" y="169164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1" name="Straight Connector 66"/>
              <p:cNvSpPr/>
              <p:nvPr/>
            </p:nvSpPr>
            <p:spPr>
              <a:xfrm flipH="1">
                <a:off x="0" y="233172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2" name="Straight Connector 67"/>
              <p:cNvSpPr/>
              <p:nvPr/>
            </p:nvSpPr>
            <p:spPr>
              <a:xfrm flipH="1">
                <a:off x="0" y="297180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3" name="Straight Connector 68"/>
              <p:cNvSpPr/>
              <p:nvPr/>
            </p:nvSpPr>
            <p:spPr>
              <a:xfrm flipH="1">
                <a:off x="0" y="3611879"/>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4" name="Straight Connector 69"/>
              <p:cNvSpPr/>
              <p:nvPr/>
            </p:nvSpPr>
            <p:spPr>
              <a:xfrm flipH="1">
                <a:off x="0" y="4256532"/>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5" name="Straight Connector 70"/>
              <p:cNvSpPr/>
              <p:nvPr/>
            </p:nvSpPr>
            <p:spPr>
              <a:xfrm flipH="1" flipV="1">
                <a:off x="0" y="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sp>
            <p:nvSpPr>
              <p:cNvPr id="876" name="Straight Connector 71"/>
              <p:cNvSpPr/>
              <p:nvPr/>
            </p:nvSpPr>
            <p:spPr>
              <a:xfrm flipH="1">
                <a:off x="0" y="4663440"/>
                <a:ext cx="91441" cy="1"/>
              </a:xfrm>
              <a:prstGeom prst="line">
                <a:avLst/>
              </a:prstGeom>
              <a:noFill/>
              <a:ln w="3175" cap="flat">
                <a:solidFill>
                  <a:srgbClr val="BEBEBE"/>
                </a:solidFill>
                <a:prstDash val="solid"/>
                <a:round/>
              </a:ln>
              <a:effectLst/>
            </p:spPr>
            <p:txBody>
              <a:bodyPr wrap="square" lIns="28575" tIns="28575" rIns="28575" bIns="28575" numCol="1" anchor="t">
                <a:noAutofit/>
              </a:bodyPr>
              <a:lstStyle/>
              <a:p>
                <a:pPr defTabSz="685800">
                  <a:defRPr sz="1200">
                    <a:solidFill>
                      <a:srgbClr val="000000"/>
                    </a:solidFill>
                    <a:latin typeface="Arial"/>
                    <a:ea typeface="Arial"/>
                    <a:cs typeface="Arial"/>
                    <a:sym typeface="Arial"/>
                  </a:defRPr>
                </a:pPr>
                <a:endParaRPr/>
              </a:p>
            </p:txBody>
          </p:sp>
        </p:grpSp>
      </p:grpSp>
      <p:sp>
        <p:nvSpPr>
          <p:cNvPr id="879" name="Title Text"/>
          <p:cNvSpPr txBox="1">
            <a:spLocks noGrp="1"/>
          </p:cNvSpPr>
          <p:nvPr>
            <p:ph type="title"/>
          </p:nvPr>
        </p:nvSpPr>
        <p:spPr>
          <a:xfrm>
            <a:off x="285751" y="1285875"/>
            <a:ext cx="1857376" cy="2286000"/>
          </a:xfrm>
          <a:prstGeom prst="rect">
            <a:avLst/>
          </a:prstGeom>
        </p:spPr>
        <p:txBody>
          <a:bodyPr>
            <a:normAutofit/>
          </a:bodyPr>
          <a:lstStyle>
            <a:lvl1pPr defTabSz="571500">
              <a:defRPr sz="2200">
                <a:latin typeface="+mn-lt"/>
                <a:ea typeface="+mn-ea"/>
                <a:cs typeface="+mn-cs"/>
                <a:sym typeface="IBM Plex Sans"/>
              </a:defRPr>
            </a:lvl1pPr>
          </a:lstStyle>
          <a:p>
            <a:r>
              <a:t>Title Text</a:t>
            </a:r>
          </a:p>
        </p:txBody>
      </p:sp>
      <p:sp>
        <p:nvSpPr>
          <p:cNvPr id="880" name="Body Level One…"/>
          <p:cNvSpPr txBox="1">
            <a:spLocks noGrp="1"/>
          </p:cNvSpPr>
          <p:nvPr>
            <p:ph type="body" sz="quarter" idx="1"/>
          </p:nvPr>
        </p:nvSpPr>
        <p:spPr>
          <a:xfrm>
            <a:off x="285751" y="165734"/>
            <a:ext cx="1857376" cy="514351"/>
          </a:xfrm>
          <a:prstGeom prst="rect">
            <a:avLst/>
          </a:prstGeom>
        </p:spPr>
        <p:txBody>
          <a:bodyPr>
            <a:normAutofit/>
          </a:bodyPr>
          <a:lstStyle>
            <a:lvl1pPr defTabSz="571500">
              <a:spcBef>
                <a:spcPts val="1000"/>
              </a:spcBef>
              <a:defRPr sz="1000">
                <a:solidFill>
                  <a:srgbClr val="6F6F6F"/>
                </a:solidFill>
                <a:latin typeface="+mn-lt"/>
                <a:ea typeface="+mn-ea"/>
                <a:cs typeface="+mn-cs"/>
                <a:sym typeface="IBM Plex Sans"/>
              </a:defRPr>
            </a:lvl1pPr>
            <a:lvl2pPr marL="170073" indent="-173727" defTabSz="571500">
              <a:spcBef>
                <a:spcPts val="1000"/>
              </a:spcBef>
              <a:defRPr sz="1000">
                <a:solidFill>
                  <a:srgbClr val="6F6F6F"/>
                </a:solidFill>
                <a:latin typeface="+mn-lt"/>
                <a:ea typeface="+mn-ea"/>
                <a:cs typeface="+mn-cs"/>
                <a:sym typeface="IBM Plex Sans"/>
              </a:defRPr>
            </a:lvl2pPr>
            <a:lvl3pPr marL="444383" indent="-173727" defTabSz="571500">
              <a:spcBef>
                <a:spcPts val="1000"/>
              </a:spcBef>
              <a:defRPr sz="1000">
                <a:solidFill>
                  <a:srgbClr val="6F6F6F"/>
                </a:solidFill>
                <a:latin typeface="+mn-lt"/>
                <a:ea typeface="+mn-ea"/>
                <a:cs typeface="+mn-cs"/>
                <a:sym typeface="IBM Plex Sans"/>
              </a:defRPr>
            </a:lvl3pPr>
            <a:lvl4pPr marL="901567" indent="-173727" defTabSz="571500">
              <a:spcBef>
                <a:spcPts val="1000"/>
              </a:spcBef>
              <a:defRPr sz="1000">
                <a:solidFill>
                  <a:srgbClr val="6F6F6F"/>
                </a:solidFill>
                <a:latin typeface="+mn-lt"/>
                <a:ea typeface="+mn-ea"/>
                <a:cs typeface="+mn-cs"/>
                <a:sym typeface="IBM Plex Sans"/>
              </a:defRPr>
            </a:lvl4pPr>
            <a:lvl5pPr marL="1133575" indent="-126347" defTabSz="571500">
              <a:spcBef>
                <a:spcPts val="1000"/>
              </a:spcBef>
              <a:defRPr sz="1000">
                <a:solidFill>
                  <a:srgbClr val="6F6F6F"/>
                </a:solidFill>
                <a:latin typeface="+mn-lt"/>
                <a:ea typeface="+mn-ea"/>
                <a:cs typeface="+mn-cs"/>
                <a:sym typeface="IBM Plex Sans"/>
              </a:defRPr>
            </a:lvl5pPr>
          </a:lstStyle>
          <a:p>
            <a:r>
              <a:t>Body Level One</a:t>
            </a:r>
          </a:p>
          <a:p>
            <a:pPr lvl="1"/>
            <a:r>
              <a:t>Body Level Two</a:t>
            </a:r>
          </a:p>
          <a:p>
            <a:pPr lvl="2"/>
            <a:r>
              <a:t>Body Level Three</a:t>
            </a:r>
          </a:p>
          <a:p>
            <a:pPr lvl="3"/>
            <a:r>
              <a:t>Body Level Four</a:t>
            </a:r>
          </a:p>
          <a:p>
            <a:pPr lvl="4"/>
            <a:r>
              <a:t>Body Level Five</a:t>
            </a:r>
          </a:p>
        </p:txBody>
      </p:sp>
      <p:sp>
        <p:nvSpPr>
          <p:cNvPr id="881" name="Text Placeholder 23"/>
          <p:cNvSpPr>
            <a:spLocks noGrp="1"/>
          </p:cNvSpPr>
          <p:nvPr>
            <p:ph type="body" sz="quarter" idx="21" hasCustomPrompt="1"/>
          </p:nvPr>
        </p:nvSpPr>
        <p:spPr>
          <a:xfrm>
            <a:off x="285751" y="4572001"/>
            <a:ext cx="1885952" cy="302896"/>
          </a:xfrm>
          <a:prstGeom prst="rect">
            <a:avLst/>
          </a:prstGeom>
        </p:spPr>
        <p:txBody>
          <a:bodyPr anchor="b">
            <a:normAutofit/>
          </a:bodyPr>
          <a:lstStyle>
            <a:lvl1pPr defTabSz="571500">
              <a:spcBef>
                <a:spcPts val="1000"/>
              </a:spcBef>
              <a:defRPr sz="500">
                <a:solidFill>
                  <a:srgbClr val="565656">
                    <a:alpha val="70000"/>
                  </a:srgbClr>
                </a:solidFill>
                <a:latin typeface="+mn-lt"/>
                <a:ea typeface="+mn-ea"/>
                <a:cs typeface="+mn-cs"/>
                <a:sym typeface="IBM Plex Sans"/>
              </a:defRPr>
            </a:lvl1pPr>
          </a:lstStyle>
          <a:p>
            <a:r>
              <a:t>Source: Edit source here</a:t>
            </a:r>
          </a:p>
        </p:txBody>
      </p:sp>
      <p:sp>
        <p:nvSpPr>
          <p:cNvPr id="882" name="Slide Number"/>
          <p:cNvSpPr txBox="1">
            <a:spLocks noGrp="1"/>
          </p:cNvSpPr>
          <p:nvPr>
            <p:ph type="sldNum" sz="quarter" idx="2"/>
          </p:nvPr>
        </p:nvSpPr>
        <p:spPr>
          <a:xfrm>
            <a:off x="4419600" y="4627562"/>
            <a:ext cx="2133601" cy="279401"/>
          </a:xfrm>
          <a:prstGeom prst="rect">
            <a:avLst/>
          </a:prstGeom>
        </p:spPr>
        <p:txBody>
          <a:bodyPr lIns="28575" tIns="28575" rIns="28575" bIns="28575"/>
          <a:lstStyle>
            <a:lvl1pPr defTabSz="685800">
              <a:defRPr sz="700">
                <a:latin typeface="Arial"/>
                <a:ea typeface="Arial"/>
                <a:cs typeface="Arial"/>
                <a:sym typeface="Arial"/>
              </a:defRPr>
            </a:lvl1pPr>
          </a:lstStyle>
          <a:p>
            <a:fld id="{86CB4B4D-7CA3-9044-876B-883B54F8677D}" type="slidenum">
              <a:rPr/>
              <a:t>‹Nº›</a:t>
            </a:fld>
            <a:endParaRPr/>
          </a:p>
        </p:txBody>
      </p:sp>
    </p:spTree>
  </p:cSld>
  <p:clrMapOvr>
    <a:masterClrMapping/>
  </p:clrMapOvr>
  <p:transition spd="med"/>
</p:sldLayout>
</file>

<file path=ppt/slideLayouts/slideLayout51.xml><?xml version="1.0" encoding="utf-8"?>
<p:sldLayout xmlns:a="http://schemas.openxmlformats.org/drawingml/2006/main" xmlns:r="http://schemas.openxmlformats.org/officeDocument/2006/relationships" xmlns:p="http://schemas.openxmlformats.org/presentationml/2006/main" type="tx">
  <p:cSld name="1_insight, text, boxes">
    <p:spTree>
      <p:nvGrpSpPr>
        <p:cNvPr id="1" name=""/>
        <p:cNvGrpSpPr/>
        <p:nvPr/>
      </p:nvGrpSpPr>
      <p:grpSpPr>
        <a:xfrm>
          <a:off x="0" y="0"/>
          <a:ext cx="0" cy="0"/>
          <a:chOff x="0" y="0"/>
          <a:chExt cx="0" cy="0"/>
        </a:xfrm>
      </p:grpSpPr>
      <p:sp>
        <p:nvSpPr>
          <p:cNvPr id="889" name="Title Text"/>
          <p:cNvSpPr txBox="1">
            <a:spLocks noGrp="1"/>
          </p:cNvSpPr>
          <p:nvPr>
            <p:ph type="title"/>
          </p:nvPr>
        </p:nvSpPr>
        <p:spPr>
          <a:xfrm>
            <a:off x="210311" y="127000"/>
            <a:ext cx="4142234" cy="804673"/>
          </a:xfrm>
          <a:prstGeom prst="rect">
            <a:avLst/>
          </a:prstGeom>
        </p:spPr>
        <p:txBody>
          <a:bodyPr>
            <a:normAutofit/>
          </a:bodyPr>
          <a:lstStyle/>
          <a:p>
            <a:r>
              <a:t>Title Text</a:t>
            </a:r>
          </a:p>
        </p:txBody>
      </p:sp>
      <p:sp>
        <p:nvSpPr>
          <p:cNvPr id="890" name="Body Level One…"/>
          <p:cNvSpPr txBox="1">
            <a:spLocks noGrp="1"/>
          </p:cNvSpPr>
          <p:nvPr>
            <p:ph type="body" sz="half" idx="1"/>
          </p:nvPr>
        </p:nvSpPr>
        <p:spPr>
          <a:xfrm>
            <a:off x="219456" y="1243583"/>
            <a:ext cx="4123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891"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
        <p:nvSpPr>
          <p:cNvPr id="892" name="Straight Connector 10"/>
          <p:cNvSpPr/>
          <p:nvPr/>
        </p:nvSpPr>
        <p:spPr>
          <a:xfrm flipV="1">
            <a:off x="4572000" y="234950"/>
            <a:ext cx="0" cy="4260850"/>
          </a:xfrm>
          <a:prstGeom prst="line">
            <a:avLst/>
          </a:prstGeom>
          <a:ln w="3175">
            <a:solidFill>
              <a:srgbClr val="000000"/>
            </a:solidFill>
          </a:ln>
        </p:spPr>
        <p:txBody>
          <a:bodyPr lIns="45719" rIns="45719"/>
          <a:lstStyle/>
          <a:p>
            <a:pPr>
              <a:defRPr>
                <a:solidFill>
                  <a:srgbClr val="000000"/>
                </a:solidFill>
              </a:defRPr>
            </a:pPr>
            <a:endParaRPr/>
          </a:p>
        </p:txBody>
      </p:sp>
      <p:sp>
        <p:nvSpPr>
          <p:cNvPr id="893" name="Straight Connector 12"/>
          <p:cNvSpPr/>
          <p:nvPr/>
        </p:nvSpPr>
        <p:spPr>
          <a:xfrm flipV="1">
            <a:off x="6854434" y="234950"/>
            <a:ext cx="1" cy="2116910"/>
          </a:xfrm>
          <a:prstGeom prst="line">
            <a:avLst/>
          </a:prstGeom>
          <a:ln w="3175">
            <a:solidFill>
              <a:srgbClr val="000000"/>
            </a:solidFill>
          </a:ln>
        </p:spPr>
        <p:txBody>
          <a:bodyPr lIns="45719" rIns="45719"/>
          <a:lstStyle/>
          <a:p>
            <a:pPr>
              <a:defRPr>
                <a:solidFill>
                  <a:srgbClr val="000000"/>
                </a:solidFill>
              </a:defRPr>
            </a:pPr>
            <a:endParaRPr/>
          </a:p>
        </p:txBody>
      </p:sp>
      <p:sp>
        <p:nvSpPr>
          <p:cNvPr id="894" name="Straight Connector 13"/>
          <p:cNvSpPr/>
          <p:nvPr/>
        </p:nvSpPr>
        <p:spPr>
          <a:xfrm>
            <a:off x="4792362" y="2570163"/>
            <a:ext cx="4114802" cy="1"/>
          </a:xfrm>
          <a:prstGeom prst="line">
            <a:avLst/>
          </a:prstGeom>
          <a:ln w="3175">
            <a:solidFill>
              <a:srgbClr val="000000"/>
            </a:solidFill>
          </a:ln>
        </p:spPr>
        <p:txBody>
          <a:bodyPr lIns="45719" rIns="45719"/>
          <a:lstStyle/>
          <a:p>
            <a:pPr>
              <a:defRPr>
                <a:solidFill>
                  <a:srgbClr val="000000"/>
                </a:solidFill>
              </a:defRPr>
            </a:pPr>
            <a:endParaRPr/>
          </a:p>
        </p:txBody>
      </p:sp>
    </p:spTree>
  </p:cSld>
  <p:clrMapOvr>
    <a:masterClrMapping/>
  </p:clrMapOvr>
  <p:transition spd="med"/>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type="tx">
  <p:cSld name="insight, text, boxes">
    <p:spTree>
      <p:nvGrpSpPr>
        <p:cNvPr id="1" name=""/>
        <p:cNvGrpSpPr/>
        <p:nvPr/>
      </p:nvGrpSpPr>
      <p:grpSpPr>
        <a:xfrm>
          <a:off x="0" y="0"/>
          <a:ext cx="0" cy="0"/>
          <a:chOff x="0" y="0"/>
          <a:chExt cx="0" cy="0"/>
        </a:xfrm>
      </p:grpSpPr>
      <p:grpSp>
        <p:nvGrpSpPr>
          <p:cNvPr id="945" name="Group 2"/>
          <p:cNvGrpSpPr/>
          <p:nvPr/>
        </p:nvGrpSpPr>
        <p:grpSpPr>
          <a:xfrm>
            <a:off x="-109731" y="-109856"/>
            <a:ext cx="9364222" cy="5364482"/>
            <a:chOff x="0" y="0"/>
            <a:chExt cx="9364220" cy="5364480"/>
          </a:xfrm>
        </p:grpSpPr>
        <p:grpSp>
          <p:nvGrpSpPr>
            <p:cNvPr id="912" name="Group 59"/>
            <p:cNvGrpSpPr/>
            <p:nvPr/>
          </p:nvGrpSpPr>
          <p:grpSpPr>
            <a:xfrm>
              <a:off x="338965" y="0"/>
              <a:ext cx="8686732" cy="91441"/>
              <a:chOff x="0" y="0"/>
              <a:chExt cx="8686732" cy="91439"/>
            </a:xfrm>
          </p:grpSpPr>
          <p:sp>
            <p:nvSpPr>
              <p:cNvPr id="901" name="Straight Connector 92"/>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2" name="Straight Connector 93"/>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3" name="Straight Connector 94"/>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4" name="Straight Connector 95"/>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5" name="Straight Connector 96"/>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6" name="Straight Connector 97"/>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7" name="Straight Connector 98"/>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8" name="Straight Connector 99"/>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09" name="Straight Connector 100"/>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0" name="Straight Connector 101"/>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1" name="Straight Connector 102"/>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924" name="Group 60"/>
            <p:cNvGrpSpPr/>
            <p:nvPr/>
          </p:nvGrpSpPr>
          <p:grpSpPr>
            <a:xfrm>
              <a:off x="338965" y="5273040"/>
              <a:ext cx="8686732" cy="91441"/>
              <a:chOff x="0" y="0"/>
              <a:chExt cx="8686732" cy="91439"/>
            </a:xfrm>
          </p:grpSpPr>
          <p:sp>
            <p:nvSpPr>
              <p:cNvPr id="913" name="Straight Connector 81"/>
              <p:cNvSpPr/>
              <p:nvPr/>
            </p:nvSpPr>
            <p:spPr>
              <a:xfrm flipV="1">
                <a:off x="-1" y="0"/>
                <a:ext cx="2"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4" name="Straight Connector 82"/>
              <p:cNvSpPr/>
              <p:nvPr/>
            </p:nvSpPr>
            <p:spPr>
              <a:xfrm flipV="1">
                <a:off x="18288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5" name="Straight Connector 83"/>
              <p:cNvSpPr/>
              <p:nvPr/>
            </p:nvSpPr>
            <p:spPr>
              <a:xfrm flipV="1">
                <a:off x="2057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6" name="Straight Connector 84"/>
              <p:cNvSpPr/>
              <p:nvPr/>
            </p:nvSpPr>
            <p:spPr>
              <a:xfrm flipV="1">
                <a:off x="2286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7" name="Straight Connector 85"/>
              <p:cNvSpPr/>
              <p:nvPr/>
            </p:nvSpPr>
            <p:spPr>
              <a:xfrm flipV="1">
                <a:off x="4114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8" name="Straight Connector 86"/>
              <p:cNvSpPr/>
              <p:nvPr/>
            </p:nvSpPr>
            <p:spPr>
              <a:xfrm flipV="1">
                <a:off x="43433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19" name="Straight Connector 87"/>
              <p:cNvSpPr/>
              <p:nvPr/>
            </p:nvSpPr>
            <p:spPr>
              <a:xfrm flipV="1">
                <a:off x="45719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0" name="Straight Connector 88"/>
              <p:cNvSpPr/>
              <p:nvPr/>
            </p:nvSpPr>
            <p:spPr>
              <a:xfrm flipV="1">
                <a:off x="6400799"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1" name="Straight Connector 89"/>
              <p:cNvSpPr/>
              <p:nvPr/>
            </p:nvSpPr>
            <p:spPr>
              <a:xfrm flipV="1">
                <a:off x="66294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2" name="Straight Connector 90"/>
              <p:cNvSpPr/>
              <p:nvPr/>
            </p:nvSpPr>
            <p:spPr>
              <a:xfrm flipV="1">
                <a:off x="6858000"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3" name="Straight Connector 91"/>
              <p:cNvSpPr/>
              <p:nvPr/>
            </p:nvSpPr>
            <p:spPr>
              <a:xfrm flipV="1">
                <a:off x="8686732" y="0"/>
                <a:ext cx="1" cy="9144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934" name="Group 61"/>
            <p:cNvGrpSpPr/>
            <p:nvPr/>
          </p:nvGrpSpPr>
          <p:grpSpPr>
            <a:xfrm>
              <a:off x="0" y="338074"/>
              <a:ext cx="91441" cy="4686681"/>
              <a:chOff x="0" y="0"/>
              <a:chExt cx="91439" cy="4686681"/>
            </a:xfrm>
          </p:grpSpPr>
          <p:sp>
            <p:nvSpPr>
              <p:cNvPr id="925" name="Straight Connector 72"/>
              <p:cNvSpPr/>
              <p:nvPr/>
            </p:nvSpPr>
            <p:spPr>
              <a:xfrm flipH="1">
                <a:off x="0" y="425576"/>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6" name="Straight Connector 73"/>
              <p:cNvSpPr/>
              <p:nvPr/>
            </p:nvSpPr>
            <p:spPr>
              <a:xfrm flipH="1">
                <a:off x="0" y="106108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7" name="Straight Connector 74"/>
              <p:cNvSpPr/>
              <p:nvPr/>
            </p:nvSpPr>
            <p:spPr>
              <a:xfrm flipH="1">
                <a:off x="0" y="170116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8" name="Straight Connector 75"/>
              <p:cNvSpPr/>
              <p:nvPr/>
            </p:nvSpPr>
            <p:spPr>
              <a:xfrm flipH="1">
                <a:off x="0" y="234277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29" name="Straight Connector 76"/>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0" name="Straight Connector 77"/>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1" name="Straight Connector 78"/>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2" name="Straight Connector 79"/>
              <p:cNvSpPr/>
              <p:nvPr/>
            </p:nvSpPr>
            <p:spPr>
              <a:xfrm flipH="1" flipV="1">
                <a:off x="0" y="-1"/>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3" name="Straight Connector 80"/>
              <p:cNvSpPr/>
              <p:nvPr/>
            </p:nvSpPr>
            <p:spPr>
              <a:xfrm flipH="1">
                <a:off x="0" y="468668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944" name="Group 62"/>
            <p:cNvGrpSpPr/>
            <p:nvPr/>
          </p:nvGrpSpPr>
          <p:grpSpPr>
            <a:xfrm>
              <a:off x="9272780" y="338073"/>
              <a:ext cx="91441" cy="4685667"/>
              <a:chOff x="0" y="0"/>
              <a:chExt cx="91439" cy="4685665"/>
            </a:xfrm>
          </p:grpSpPr>
          <p:sp>
            <p:nvSpPr>
              <p:cNvPr id="935" name="Straight Connector 63"/>
              <p:cNvSpPr/>
              <p:nvPr/>
            </p:nvSpPr>
            <p:spPr>
              <a:xfrm flipH="1">
                <a:off x="0" y="425577"/>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6" name="Straight Connector 64"/>
              <p:cNvSpPr/>
              <p:nvPr/>
            </p:nvSpPr>
            <p:spPr>
              <a:xfrm flipH="1">
                <a:off x="0" y="106108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7" name="Straight Connector 65"/>
              <p:cNvSpPr/>
              <p:nvPr/>
            </p:nvSpPr>
            <p:spPr>
              <a:xfrm flipH="1">
                <a:off x="0" y="17011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8" name="Straight Connector 66"/>
              <p:cNvSpPr/>
              <p:nvPr/>
            </p:nvSpPr>
            <p:spPr>
              <a:xfrm flipH="1">
                <a:off x="0" y="234124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39" name="Straight Connector 67"/>
              <p:cNvSpPr/>
              <p:nvPr/>
            </p:nvSpPr>
            <p:spPr>
              <a:xfrm flipH="1">
                <a:off x="0" y="2981325"/>
                <a:ext cx="91441" cy="0"/>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40" name="Straight Connector 68"/>
              <p:cNvSpPr/>
              <p:nvPr/>
            </p:nvSpPr>
            <p:spPr>
              <a:xfrm flipH="1">
                <a:off x="0" y="3621404"/>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41" name="Straight Connector 69"/>
              <p:cNvSpPr/>
              <p:nvPr/>
            </p:nvSpPr>
            <p:spPr>
              <a:xfrm flipH="1">
                <a:off x="0" y="4269232"/>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42" name="Straight Connector 70"/>
              <p:cNvSpPr/>
              <p:nvPr/>
            </p:nvSpPr>
            <p:spPr>
              <a:xfrm flipH="1" flipV="1">
                <a:off x="0" y="0"/>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43" name="Straight Connector 71"/>
              <p:cNvSpPr/>
              <p:nvPr/>
            </p:nvSpPr>
            <p:spPr>
              <a:xfrm flipH="1">
                <a:off x="0" y="4685665"/>
                <a:ext cx="91441" cy="1"/>
              </a:xfrm>
              <a:prstGeom prst="line">
                <a:avLst/>
              </a:prstGeom>
              <a:noFill/>
              <a:ln w="3175" cap="flat">
                <a:solidFill>
                  <a:srgbClr val="6F6F6F"/>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946" name="Title Text"/>
          <p:cNvSpPr txBox="1">
            <a:spLocks noGrp="1"/>
          </p:cNvSpPr>
          <p:nvPr>
            <p:ph type="title"/>
          </p:nvPr>
        </p:nvSpPr>
        <p:spPr>
          <a:xfrm>
            <a:off x="210311" y="201168"/>
            <a:ext cx="4142234" cy="804673"/>
          </a:xfrm>
          <a:prstGeom prst="rect">
            <a:avLst/>
          </a:prstGeom>
        </p:spPr>
        <p:txBody>
          <a:bodyPr>
            <a:normAutofit/>
          </a:bodyPr>
          <a:lstStyle/>
          <a:p>
            <a:r>
              <a:t>Title Text</a:t>
            </a:r>
          </a:p>
        </p:txBody>
      </p:sp>
      <p:sp>
        <p:nvSpPr>
          <p:cNvPr id="947" name="Body Level One…"/>
          <p:cNvSpPr txBox="1">
            <a:spLocks noGrp="1"/>
          </p:cNvSpPr>
          <p:nvPr>
            <p:ph type="body" sz="half" idx="1"/>
          </p:nvPr>
        </p:nvSpPr>
        <p:spPr>
          <a:xfrm>
            <a:off x="219456" y="1243583"/>
            <a:ext cx="4123945" cy="3252217"/>
          </a:xfrm>
          <a:prstGeom prst="rect">
            <a:avLst/>
          </a:prstGeom>
        </p:spPr>
        <p:txBody>
          <a:bodyPr>
            <a:normAutofit/>
          </a:bodyPr>
          <a:lstStyle/>
          <a:p>
            <a:r>
              <a:t>Body Level One</a:t>
            </a:r>
          </a:p>
          <a:p>
            <a:pPr lvl="1"/>
            <a:r>
              <a:t>Body Level Two</a:t>
            </a:r>
          </a:p>
          <a:p>
            <a:pPr lvl="2"/>
            <a:r>
              <a:t>Body Level Three</a:t>
            </a:r>
          </a:p>
          <a:p>
            <a:pPr lvl="3"/>
            <a:r>
              <a:t>Body Level Four</a:t>
            </a:r>
          </a:p>
          <a:p>
            <a:pPr lvl="4"/>
            <a:r>
              <a:t>Body Level Five</a:t>
            </a:r>
          </a:p>
        </p:txBody>
      </p:sp>
      <p:sp>
        <p:nvSpPr>
          <p:cNvPr id="948" name="Slide Number"/>
          <p:cNvSpPr txBox="1">
            <a:spLocks noGrp="1"/>
          </p:cNvSpPr>
          <p:nvPr>
            <p:ph type="sldNum" sz="quarter" idx="2"/>
          </p:nvPr>
        </p:nvSpPr>
        <p:spPr>
          <a:prstGeom prst="rect">
            <a:avLst/>
          </a:prstGeom>
        </p:spPr>
        <p:txBody>
          <a:bodyPr/>
          <a:lstStyle/>
          <a:p>
            <a:fld id="{86CB4B4D-7CA3-9044-876B-883B54F8677D}" type="slidenum">
              <a:rPr/>
              <a:t>‹Nº›</a:t>
            </a:fld>
            <a:endParaRPr/>
          </a:p>
        </p:txBody>
      </p:sp>
    </p:spTree>
  </p:cSld>
  <p:clrMapOvr>
    <a:masterClrMapping/>
  </p:clrMapOvr>
  <p:transition spd="med"/>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type="tx">
  <p:cSld name="boxes (4 tall)">
    <p:spTree>
      <p:nvGrpSpPr>
        <p:cNvPr id="1" name=""/>
        <p:cNvGrpSpPr/>
        <p:nvPr/>
      </p:nvGrpSpPr>
      <p:grpSpPr>
        <a:xfrm>
          <a:off x="0" y="0"/>
          <a:ext cx="0" cy="0"/>
          <a:chOff x="0" y="0"/>
          <a:chExt cx="0" cy="0"/>
        </a:xfrm>
      </p:grpSpPr>
      <p:grpSp>
        <p:nvGrpSpPr>
          <p:cNvPr id="999" name="Group 2"/>
          <p:cNvGrpSpPr/>
          <p:nvPr/>
        </p:nvGrpSpPr>
        <p:grpSpPr>
          <a:xfrm>
            <a:off x="-109731" y="-109857"/>
            <a:ext cx="9364225" cy="5364486"/>
            <a:chOff x="0" y="0"/>
            <a:chExt cx="9364223" cy="5364484"/>
          </a:xfrm>
        </p:grpSpPr>
        <p:grpSp>
          <p:nvGrpSpPr>
            <p:cNvPr id="966" name="Group 59"/>
            <p:cNvGrpSpPr/>
            <p:nvPr/>
          </p:nvGrpSpPr>
          <p:grpSpPr>
            <a:xfrm>
              <a:off x="338964" y="-1"/>
              <a:ext cx="8686737" cy="91443"/>
              <a:chOff x="0" y="0"/>
              <a:chExt cx="8686735" cy="91442"/>
            </a:xfrm>
          </p:grpSpPr>
          <p:sp>
            <p:nvSpPr>
              <p:cNvPr id="955" name="Straight Connector 92"/>
              <p:cNvSpPr/>
              <p:nvPr/>
            </p:nvSpPr>
            <p:spPr>
              <a:xfrm flipV="1">
                <a:off x="-1" y="0"/>
                <a:ext cx="3"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56" name="Straight Connector 93"/>
              <p:cNvSpPr/>
              <p:nvPr/>
            </p:nvSpPr>
            <p:spPr>
              <a:xfrm flipV="1">
                <a:off x="1828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57" name="Straight Connector 94"/>
              <p:cNvSpPr/>
              <p:nvPr/>
            </p:nvSpPr>
            <p:spPr>
              <a:xfrm flipV="1">
                <a:off x="2057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58" name="Straight Connector 95"/>
              <p:cNvSpPr/>
              <p:nvPr/>
            </p:nvSpPr>
            <p:spPr>
              <a:xfrm flipV="1">
                <a:off x="2286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59" name="Straight Connector 96"/>
              <p:cNvSpPr/>
              <p:nvPr/>
            </p:nvSpPr>
            <p:spPr>
              <a:xfrm flipV="1">
                <a:off x="4114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0" name="Straight Connector 97"/>
              <p:cNvSpPr/>
              <p:nvPr/>
            </p:nvSpPr>
            <p:spPr>
              <a:xfrm flipV="1">
                <a:off x="4343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1" name="Straight Connector 98"/>
              <p:cNvSpPr/>
              <p:nvPr/>
            </p:nvSpPr>
            <p:spPr>
              <a:xfrm flipV="1">
                <a:off x="4572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2" name="Straight Connector 99"/>
              <p:cNvSpPr/>
              <p:nvPr/>
            </p:nvSpPr>
            <p:spPr>
              <a:xfrm flipV="1">
                <a:off x="6400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3" name="Straight Connector 100"/>
              <p:cNvSpPr/>
              <p:nvPr/>
            </p:nvSpPr>
            <p:spPr>
              <a:xfrm flipV="1">
                <a:off x="66294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4" name="Straight Connector 101"/>
              <p:cNvSpPr/>
              <p:nvPr/>
            </p:nvSpPr>
            <p:spPr>
              <a:xfrm flipV="1">
                <a:off x="68580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5" name="Straight Connector 102"/>
              <p:cNvSpPr/>
              <p:nvPr/>
            </p:nvSpPr>
            <p:spPr>
              <a:xfrm flipV="1">
                <a:off x="8686734"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grpSp>
        <p:grpSp>
          <p:nvGrpSpPr>
            <p:cNvPr id="978" name="Group 60"/>
            <p:cNvGrpSpPr/>
            <p:nvPr/>
          </p:nvGrpSpPr>
          <p:grpSpPr>
            <a:xfrm>
              <a:off x="338964" y="5273042"/>
              <a:ext cx="8686737" cy="91443"/>
              <a:chOff x="0" y="0"/>
              <a:chExt cx="8686735" cy="91442"/>
            </a:xfrm>
          </p:grpSpPr>
          <p:sp>
            <p:nvSpPr>
              <p:cNvPr id="967" name="Straight Connector 81"/>
              <p:cNvSpPr/>
              <p:nvPr/>
            </p:nvSpPr>
            <p:spPr>
              <a:xfrm flipV="1">
                <a:off x="-1" y="0"/>
                <a:ext cx="3"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8" name="Straight Connector 82"/>
              <p:cNvSpPr/>
              <p:nvPr/>
            </p:nvSpPr>
            <p:spPr>
              <a:xfrm flipV="1">
                <a:off x="1828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69" name="Straight Connector 83"/>
              <p:cNvSpPr/>
              <p:nvPr/>
            </p:nvSpPr>
            <p:spPr>
              <a:xfrm flipV="1">
                <a:off x="2057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0" name="Straight Connector 84"/>
              <p:cNvSpPr/>
              <p:nvPr/>
            </p:nvSpPr>
            <p:spPr>
              <a:xfrm flipV="1">
                <a:off x="2286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1" name="Straight Connector 85"/>
              <p:cNvSpPr/>
              <p:nvPr/>
            </p:nvSpPr>
            <p:spPr>
              <a:xfrm flipV="1">
                <a:off x="4114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2" name="Straight Connector 86"/>
              <p:cNvSpPr/>
              <p:nvPr/>
            </p:nvSpPr>
            <p:spPr>
              <a:xfrm flipV="1">
                <a:off x="43434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3" name="Straight Connector 87"/>
              <p:cNvSpPr/>
              <p:nvPr/>
            </p:nvSpPr>
            <p:spPr>
              <a:xfrm flipV="1">
                <a:off x="45720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4" name="Straight Connector 88"/>
              <p:cNvSpPr/>
              <p:nvPr/>
            </p:nvSpPr>
            <p:spPr>
              <a:xfrm flipV="1">
                <a:off x="6400800"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5" name="Straight Connector 89"/>
              <p:cNvSpPr/>
              <p:nvPr/>
            </p:nvSpPr>
            <p:spPr>
              <a:xfrm flipV="1">
                <a:off x="66294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6" name="Straight Connector 90"/>
              <p:cNvSpPr/>
              <p:nvPr/>
            </p:nvSpPr>
            <p:spPr>
              <a:xfrm flipV="1">
                <a:off x="6858001"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77" name="Straight Connector 91"/>
              <p:cNvSpPr/>
              <p:nvPr/>
            </p:nvSpPr>
            <p:spPr>
              <a:xfrm flipV="1">
                <a:off x="8686734" y="0"/>
                <a:ext cx="2" cy="91443"/>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grpSp>
        <p:grpSp>
          <p:nvGrpSpPr>
            <p:cNvPr id="988" name="Group 61"/>
            <p:cNvGrpSpPr/>
            <p:nvPr/>
          </p:nvGrpSpPr>
          <p:grpSpPr>
            <a:xfrm>
              <a:off x="0" y="338072"/>
              <a:ext cx="91443" cy="4686686"/>
              <a:chOff x="0" y="0"/>
              <a:chExt cx="91442" cy="4686683"/>
            </a:xfrm>
          </p:grpSpPr>
          <p:sp>
            <p:nvSpPr>
              <p:cNvPr id="979" name="Straight Connector 72"/>
              <p:cNvSpPr/>
              <p:nvPr/>
            </p:nvSpPr>
            <p:spPr>
              <a:xfrm flipH="1">
                <a:off x="0" y="42557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0" name="Straight Connector 73"/>
              <p:cNvSpPr/>
              <p:nvPr/>
            </p:nvSpPr>
            <p:spPr>
              <a:xfrm flipH="1">
                <a:off x="0" y="1061084"/>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1" name="Straight Connector 74"/>
              <p:cNvSpPr/>
              <p:nvPr/>
            </p:nvSpPr>
            <p:spPr>
              <a:xfrm flipH="1">
                <a:off x="0" y="1701164"/>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2" name="Straight Connector 75"/>
              <p:cNvSpPr/>
              <p:nvPr/>
            </p:nvSpPr>
            <p:spPr>
              <a:xfrm flipH="1">
                <a:off x="0" y="2342771"/>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3" name="Straight Connector 76"/>
              <p:cNvSpPr/>
              <p:nvPr/>
            </p:nvSpPr>
            <p:spPr>
              <a:xfrm flipH="1">
                <a:off x="0" y="2981326"/>
                <a:ext cx="91443" cy="1"/>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4" name="Straight Connector 77"/>
              <p:cNvSpPr/>
              <p:nvPr/>
            </p:nvSpPr>
            <p:spPr>
              <a:xfrm flipH="1">
                <a:off x="0" y="3621405"/>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5" name="Straight Connector 78"/>
              <p:cNvSpPr/>
              <p:nvPr/>
            </p:nvSpPr>
            <p:spPr>
              <a:xfrm flipH="1">
                <a:off x="0" y="4269233"/>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6" name="Straight Connector 79"/>
              <p:cNvSpPr/>
              <p:nvPr/>
            </p:nvSpPr>
            <p:spPr>
              <a:xfrm flipH="1" flipV="1">
                <a:off x="0" y="-1"/>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87" name="Straight Connector 80"/>
              <p:cNvSpPr/>
              <p:nvPr/>
            </p:nvSpPr>
            <p:spPr>
              <a:xfrm flipH="1">
                <a:off x="0" y="4686682"/>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grpSp>
        <p:grpSp>
          <p:nvGrpSpPr>
            <p:cNvPr id="998" name="Group 62"/>
            <p:cNvGrpSpPr/>
            <p:nvPr/>
          </p:nvGrpSpPr>
          <p:grpSpPr>
            <a:xfrm>
              <a:off x="9272782" y="338073"/>
              <a:ext cx="91443" cy="4685670"/>
              <a:chOff x="0" y="0"/>
              <a:chExt cx="91442" cy="4685669"/>
            </a:xfrm>
          </p:grpSpPr>
          <p:sp>
            <p:nvSpPr>
              <p:cNvPr id="989" name="Straight Connector 63"/>
              <p:cNvSpPr/>
              <p:nvPr/>
            </p:nvSpPr>
            <p:spPr>
              <a:xfrm flipH="1">
                <a:off x="0" y="425577"/>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0" name="Straight Connector 64"/>
              <p:cNvSpPr/>
              <p:nvPr/>
            </p:nvSpPr>
            <p:spPr>
              <a:xfrm flipH="1">
                <a:off x="0" y="1061085"/>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1" name="Straight Connector 65"/>
              <p:cNvSpPr/>
              <p:nvPr/>
            </p:nvSpPr>
            <p:spPr>
              <a:xfrm flipH="1">
                <a:off x="0" y="170116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2" name="Straight Connector 66"/>
              <p:cNvSpPr/>
              <p:nvPr/>
            </p:nvSpPr>
            <p:spPr>
              <a:xfrm flipH="1">
                <a:off x="0" y="234124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3" name="Straight Connector 67"/>
              <p:cNvSpPr/>
              <p:nvPr/>
            </p:nvSpPr>
            <p:spPr>
              <a:xfrm flipH="1">
                <a:off x="0" y="2981327"/>
                <a:ext cx="91443" cy="1"/>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4" name="Straight Connector 68"/>
              <p:cNvSpPr/>
              <p:nvPr/>
            </p:nvSpPr>
            <p:spPr>
              <a:xfrm flipH="1">
                <a:off x="0" y="3621406"/>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5" name="Straight Connector 69"/>
              <p:cNvSpPr/>
              <p:nvPr/>
            </p:nvSpPr>
            <p:spPr>
              <a:xfrm flipH="1">
                <a:off x="0" y="4269235"/>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6" name="Straight Connector 70"/>
              <p:cNvSpPr/>
              <p:nvPr/>
            </p:nvSpPr>
            <p:spPr>
              <a:xfrm flipH="1" flipV="1">
                <a:off x="0" y="0"/>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sp>
            <p:nvSpPr>
              <p:cNvPr id="997" name="Straight Connector 71"/>
              <p:cNvSpPr/>
              <p:nvPr/>
            </p:nvSpPr>
            <p:spPr>
              <a:xfrm flipH="1">
                <a:off x="0" y="4685668"/>
                <a:ext cx="91443" cy="2"/>
              </a:xfrm>
              <a:prstGeom prst="line">
                <a:avLst/>
              </a:prstGeom>
              <a:noFill/>
              <a:ln w="3175" cap="flat">
                <a:solidFill>
                  <a:srgbClr val="000000"/>
                </a:solidFill>
                <a:prstDash val="solid"/>
                <a:round/>
              </a:ln>
              <a:effectLst/>
            </p:spPr>
            <p:txBody>
              <a:bodyPr wrap="square" lIns="45718" tIns="45718" rIns="45718" bIns="45718" numCol="1" anchor="t">
                <a:noAutofit/>
              </a:bodyPr>
              <a:lstStyle/>
              <a:p>
                <a:pPr defTabSz="685982">
                  <a:defRPr>
                    <a:latin typeface="+mn-lt"/>
                    <a:ea typeface="+mn-ea"/>
                    <a:cs typeface="+mn-cs"/>
                    <a:sym typeface="IBM Plex Sans"/>
                  </a:defRPr>
                </a:pPr>
                <a:endParaRPr/>
              </a:p>
            </p:txBody>
          </p:sp>
        </p:grpSp>
      </p:grpSp>
      <p:sp>
        <p:nvSpPr>
          <p:cNvPr id="1000" name="Body Level One…"/>
          <p:cNvSpPr txBox="1">
            <a:spLocks noGrp="1"/>
          </p:cNvSpPr>
          <p:nvPr>
            <p:ph type="body" sz="half" idx="1"/>
          </p:nvPr>
        </p:nvSpPr>
        <p:spPr>
          <a:xfrm>
            <a:off x="0" y="0"/>
            <a:ext cx="2286000" cy="5148072"/>
          </a:xfrm>
          <a:prstGeom prst="rect">
            <a:avLst/>
          </a:prstGeom>
        </p:spPr>
        <p:txBody>
          <a:bodyPr lIns="177800" tIns="177800" rIns="177800" bIns="177800">
            <a:normAutofit/>
          </a:bodyPr>
          <a:lstStyle>
            <a:lvl1pPr indent="50800"/>
            <a:lvl2pPr marL="222250" indent="-173734"/>
            <a:lvl3pPr marL="393703"/>
            <a:lvl4pPr marL="679456"/>
            <a:lvl5pPr marL="854084"/>
          </a:lstStyle>
          <a:p>
            <a:r>
              <a:t>Body Level One</a:t>
            </a:r>
          </a:p>
          <a:p>
            <a:pPr lvl="1"/>
            <a:r>
              <a:t>Body Level Two</a:t>
            </a:r>
          </a:p>
          <a:p>
            <a:pPr lvl="2"/>
            <a:r>
              <a:t>Body Level Three</a:t>
            </a:r>
          </a:p>
          <a:p>
            <a:pPr lvl="3"/>
            <a:r>
              <a:t>Body Level Four</a:t>
            </a:r>
          </a:p>
          <a:p>
            <a:pPr lvl="4"/>
            <a:r>
              <a:t>Body Level Five</a:t>
            </a:r>
          </a:p>
        </p:txBody>
      </p:sp>
      <p:sp>
        <p:nvSpPr>
          <p:cNvPr id="1002" name="Slide Number"/>
          <p:cNvSpPr txBox="1">
            <a:spLocks noGrp="1"/>
          </p:cNvSpPr>
          <p:nvPr>
            <p:ph type="sldNum" sz="quarter" idx="2"/>
          </p:nvPr>
        </p:nvSpPr>
        <p:spPr>
          <a:prstGeom prst="rect">
            <a:avLst/>
          </a:prstGeom>
        </p:spPr>
        <p:txBody>
          <a:bodyPr/>
          <a:lstStyle>
            <a:lvl1pPr defTabSz="685982"/>
          </a:lstStyle>
          <a:p>
            <a:fld id="{86CB4B4D-7CA3-9044-876B-883B54F8677D}" type="slidenum">
              <a:rPr/>
              <a:t>‹Nº›</a:t>
            </a:fld>
            <a:endParaRPr/>
          </a:p>
        </p:txBody>
      </p:sp>
      <p:sp>
        <p:nvSpPr>
          <p:cNvPr id="2" name="Rectangle 11">
            <a:extLst>
              <a:ext uri="{FF2B5EF4-FFF2-40B4-BE49-F238E27FC236}">
                <a16:creationId xmlns:a16="http://schemas.microsoft.com/office/drawing/2014/main" id="{ECEC641C-59F9-2E1E-5F3C-11D2CD8AEFB8}"/>
              </a:ext>
            </a:extLst>
          </p:cNvPr>
          <p:cNvSpPr/>
          <p:nvPr userDrawn="1"/>
        </p:nvSpPr>
        <p:spPr>
          <a:xfrm>
            <a:off x="6075269" y="-1"/>
            <a:ext cx="3060702" cy="5143503"/>
          </a:xfrm>
          <a:prstGeom prst="rect">
            <a:avLst/>
          </a:prstGeom>
          <a:solidFill>
            <a:srgbClr val="F2F4F8"/>
          </a:solidFill>
          <a:ln w="12700">
            <a:miter lim="400000"/>
          </a:ln>
        </p:spPr>
        <p:txBody>
          <a:bodyPr lIns="91438" tIns="91438" rIns="91438" bIns="91438"/>
          <a:lstStyle/>
          <a:p>
            <a:pPr defTabSz="914400">
              <a:defRPr sz="1400"/>
            </a:pPr>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46" name="Group 2"/>
          <p:cNvGrpSpPr/>
          <p:nvPr/>
        </p:nvGrpSpPr>
        <p:grpSpPr>
          <a:xfrm>
            <a:off x="-109731" y="-109856"/>
            <a:ext cx="9364222" cy="5364482"/>
            <a:chOff x="0" y="0"/>
            <a:chExt cx="9364220" cy="5364480"/>
          </a:xfrm>
        </p:grpSpPr>
        <p:grpSp>
          <p:nvGrpSpPr>
            <p:cNvPr id="13" name="Group 59"/>
            <p:cNvGrpSpPr/>
            <p:nvPr/>
          </p:nvGrpSpPr>
          <p:grpSpPr>
            <a:xfrm>
              <a:off x="338965" y="0"/>
              <a:ext cx="8686732" cy="91441"/>
              <a:chOff x="0" y="0"/>
              <a:chExt cx="8686732" cy="91440"/>
            </a:xfrm>
          </p:grpSpPr>
          <p:sp>
            <p:nvSpPr>
              <p:cNvPr id="2" name="Straight Connector 92"/>
              <p:cNvSpPr/>
              <p:nvPr/>
            </p:nvSpPr>
            <p:spPr>
              <a:xfrm flipV="1">
                <a:off x="-1" y="0"/>
                <a:ext cx="2"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 name="Straight Connector 93"/>
              <p:cNvSpPr/>
              <p:nvPr/>
            </p:nvSpPr>
            <p:spPr>
              <a:xfrm flipV="1">
                <a:off x="18288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 name="Straight Connector 94"/>
              <p:cNvSpPr/>
              <p:nvPr/>
            </p:nvSpPr>
            <p:spPr>
              <a:xfrm flipV="1">
                <a:off x="2057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5" name="Straight Connector 95"/>
              <p:cNvSpPr/>
              <p:nvPr/>
            </p:nvSpPr>
            <p:spPr>
              <a:xfrm flipV="1">
                <a:off x="2286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6" name="Straight Connector 96"/>
              <p:cNvSpPr/>
              <p:nvPr/>
            </p:nvSpPr>
            <p:spPr>
              <a:xfrm flipV="1">
                <a:off x="4114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7" name="Straight Connector 97"/>
              <p:cNvSpPr/>
              <p:nvPr/>
            </p:nvSpPr>
            <p:spPr>
              <a:xfrm flipV="1">
                <a:off x="43433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8" name="Straight Connector 98"/>
              <p:cNvSpPr/>
              <p:nvPr/>
            </p:nvSpPr>
            <p:spPr>
              <a:xfrm flipV="1">
                <a:off x="45719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9" name="Straight Connector 99"/>
              <p:cNvSpPr/>
              <p:nvPr/>
            </p:nvSpPr>
            <p:spPr>
              <a:xfrm flipV="1">
                <a:off x="6400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0" name="Straight Connector 100"/>
              <p:cNvSpPr/>
              <p:nvPr/>
            </p:nvSpPr>
            <p:spPr>
              <a:xfrm flipV="1">
                <a:off x="6629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1" name="Straight Connector 101"/>
              <p:cNvSpPr/>
              <p:nvPr/>
            </p:nvSpPr>
            <p:spPr>
              <a:xfrm flipV="1">
                <a:off x="6858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2" name="Straight Connector 102"/>
              <p:cNvSpPr/>
              <p:nvPr/>
            </p:nvSpPr>
            <p:spPr>
              <a:xfrm flipV="1">
                <a:off x="8686732"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25" name="Group 60"/>
            <p:cNvGrpSpPr/>
            <p:nvPr/>
          </p:nvGrpSpPr>
          <p:grpSpPr>
            <a:xfrm>
              <a:off x="338965" y="5273040"/>
              <a:ext cx="8686732" cy="91441"/>
              <a:chOff x="0" y="0"/>
              <a:chExt cx="8686732" cy="91440"/>
            </a:xfrm>
          </p:grpSpPr>
          <p:sp>
            <p:nvSpPr>
              <p:cNvPr id="14" name="Straight Connector 81"/>
              <p:cNvSpPr/>
              <p:nvPr/>
            </p:nvSpPr>
            <p:spPr>
              <a:xfrm flipV="1">
                <a:off x="-1" y="0"/>
                <a:ext cx="2"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5" name="Straight Connector 82"/>
              <p:cNvSpPr/>
              <p:nvPr/>
            </p:nvSpPr>
            <p:spPr>
              <a:xfrm flipV="1">
                <a:off x="18288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6" name="Straight Connector 83"/>
              <p:cNvSpPr/>
              <p:nvPr/>
            </p:nvSpPr>
            <p:spPr>
              <a:xfrm flipV="1">
                <a:off x="2057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7" name="Straight Connector 84"/>
              <p:cNvSpPr/>
              <p:nvPr/>
            </p:nvSpPr>
            <p:spPr>
              <a:xfrm flipV="1">
                <a:off x="2286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8" name="Straight Connector 85"/>
              <p:cNvSpPr/>
              <p:nvPr/>
            </p:nvSpPr>
            <p:spPr>
              <a:xfrm flipV="1">
                <a:off x="4114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19" name="Straight Connector 86"/>
              <p:cNvSpPr/>
              <p:nvPr/>
            </p:nvSpPr>
            <p:spPr>
              <a:xfrm flipV="1">
                <a:off x="43433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0" name="Straight Connector 87"/>
              <p:cNvSpPr/>
              <p:nvPr/>
            </p:nvSpPr>
            <p:spPr>
              <a:xfrm flipV="1">
                <a:off x="45719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1" name="Straight Connector 88"/>
              <p:cNvSpPr/>
              <p:nvPr/>
            </p:nvSpPr>
            <p:spPr>
              <a:xfrm flipV="1">
                <a:off x="6400799"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2" name="Straight Connector 89"/>
              <p:cNvSpPr/>
              <p:nvPr/>
            </p:nvSpPr>
            <p:spPr>
              <a:xfrm flipV="1">
                <a:off x="66294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3" name="Straight Connector 90"/>
              <p:cNvSpPr/>
              <p:nvPr/>
            </p:nvSpPr>
            <p:spPr>
              <a:xfrm flipV="1">
                <a:off x="6858000"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4" name="Straight Connector 91"/>
              <p:cNvSpPr/>
              <p:nvPr/>
            </p:nvSpPr>
            <p:spPr>
              <a:xfrm flipV="1">
                <a:off x="8686732" y="0"/>
                <a:ext cx="1" cy="9144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35" name="Group 61"/>
            <p:cNvGrpSpPr/>
            <p:nvPr/>
          </p:nvGrpSpPr>
          <p:grpSpPr>
            <a:xfrm>
              <a:off x="0" y="338074"/>
              <a:ext cx="91441" cy="4686681"/>
              <a:chOff x="0" y="0"/>
              <a:chExt cx="91440" cy="4686681"/>
            </a:xfrm>
          </p:grpSpPr>
          <p:sp>
            <p:nvSpPr>
              <p:cNvPr id="26" name="Straight Connector 72"/>
              <p:cNvSpPr/>
              <p:nvPr/>
            </p:nvSpPr>
            <p:spPr>
              <a:xfrm flipH="1">
                <a:off x="0" y="425576"/>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7" name="Straight Connector 73"/>
              <p:cNvSpPr/>
              <p:nvPr/>
            </p:nvSpPr>
            <p:spPr>
              <a:xfrm flipH="1">
                <a:off x="0" y="106108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8" name="Straight Connector 74"/>
              <p:cNvSpPr/>
              <p:nvPr/>
            </p:nvSpPr>
            <p:spPr>
              <a:xfrm flipH="1">
                <a:off x="0" y="170116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29" name="Straight Connector 75"/>
              <p:cNvSpPr/>
              <p:nvPr/>
            </p:nvSpPr>
            <p:spPr>
              <a:xfrm flipH="1">
                <a:off x="0" y="2342770"/>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0" name="Straight Connector 76"/>
              <p:cNvSpPr/>
              <p:nvPr/>
            </p:nvSpPr>
            <p:spPr>
              <a:xfrm flipH="1">
                <a:off x="0" y="2981325"/>
                <a:ext cx="91441" cy="0"/>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1" name="Straight Connector 77"/>
              <p:cNvSpPr/>
              <p:nvPr/>
            </p:nvSpPr>
            <p:spPr>
              <a:xfrm flipH="1">
                <a:off x="0" y="362140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2" name="Straight Connector 78"/>
              <p:cNvSpPr/>
              <p:nvPr/>
            </p:nvSpPr>
            <p:spPr>
              <a:xfrm flipH="1">
                <a:off x="0" y="4269232"/>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3" name="Straight Connector 79"/>
              <p:cNvSpPr/>
              <p:nvPr/>
            </p:nvSpPr>
            <p:spPr>
              <a:xfrm flipH="1" flipV="1">
                <a:off x="0" y="-1"/>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4" name="Straight Connector 80"/>
              <p:cNvSpPr/>
              <p:nvPr/>
            </p:nvSpPr>
            <p:spPr>
              <a:xfrm flipH="1">
                <a:off x="0" y="4686680"/>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nvGrpSpPr>
            <p:cNvPr id="45" name="Group 62"/>
            <p:cNvGrpSpPr/>
            <p:nvPr/>
          </p:nvGrpSpPr>
          <p:grpSpPr>
            <a:xfrm>
              <a:off x="9272780" y="338073"/>
              <a:ext cx="91441" cy="4685667"/>
              <a:chOff x="0" y="0"/>
              <a:chExt cx="91440" cy="4685665"/>
            </a:xfrm>
          </p:grpSpPr>
          <p:sp>
            <p:nvSpPr>
              <p:cNvPr id="36" name="Straight Connector 63"/>
              <p:cNvSpPr/>
              <p:nvPr/>
            </p:nvSpPr>
            <p:spPr>
              <a:xfrm flipH="1">
                <a:off x="0" y="425577"/>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7" name="Straight Connector 64"/>
              <p:cNvSpPr/>
              <p:nvPr/>
            </p:nvSpPr>
            <p:spPr>
              <a:xfrm flipH="1">
                <a:off x="0" y="106108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8" name="Straight Connector 65"/>
              <p:cNvSpPr/>
              <p:nvPr/>
            </p:nvSpPr>
            <p:spPr>
              <a:xfrm flipH="1">
                <a:off x="0" y="170116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39" name="Straight Connector 66"/>
              <p:cNvSpPr/>
              <p:nvPr/>
            </p:nvSpPr>
            <p:spPr>
              <a:xfrm flipH="1">
                <a:off x="0" y="234124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0" name="Straight Connector 67"/>
              <p:cNvSpPr/>
              <p:nvPr/>
            </p:nvSpPr>
            <p:spPr>
              <a:xfrm flipH="1">
                <a:off x="0" y="2981325"/>
                <a:ext cx="91441" cy="0"/>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1" name="Straight Connector 68"/>
              <p:cNvSpPr/>
              <p:nvPr/>
            </p:nvSpPr>
            <p:spPr>
              <a:xfrm flipH="1">
                <a:off x="0" y="3621404"/>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2" name="Straight Connector 69"/>
              <p:cNvSpPr/>
              <p:nvPr/>
            </p:nvSpPr>
            <p:spPr>
              <a:xfrm flipH="1">
                <a:off x="0" y="4269232"/>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3" name="Straight Connector 70"/>
              <p:cNvSpPr/>
              <p:nvPr/>
            </p:nvSpPr>
            <p:spPr>
              <a:xfrm flipH="1" flipV="1">
                <a:off x="0" y="0"/>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sp>
            <p:nvSpPr>
              <p:cNvPr id="44" name="Straight Connector 71"/>
              <p:cNvSpPr/>
              <p:nvPr/>
            </p:nvSpPr>
            <p:spPr>
              <a:xfrm flipH="1">
                <a:off x="0" y="4685665"/>
                <a:ext cx="91441" cy="1"/>
              </a:xfrm>
              <a:prstGeom prst="line">
                <a:avLst/>
              </a:prstGeom>
              <a:noFill/>
              <a:ln w="3175" cap="flat">
                <a:solidFill>
                  <a:srgbClr val="000000"/>
                </a:solidFill>
                <a:prstDash val="solid"/>
                <a:round/>
              </a:ln>
              <a:effectLst/>
            </p:spPr>
            <p:txBody>
              <a:bodyPr wrap="square" lIns="45719" tIns="45719" rIns="45719" bIns="45719" numCol="1" anchor="t">
                <a:noAutofit/>
              </a:bodyPr>
              <a:lstStyle/>
              <a:p>
                <a:pPr>
                  <a:defRPr>
                    <a:solidFill>
                      <a:srgbClr val="000000"/>
                    </a:solidFill>
                  </a:defRPr>
                </a:pPr>
                <a:endParaRPr/>
              </a:p>
            </p:txBody>
          </p:sp>
        </p:grpSp>
      </p:grpSp>
      <p:sp>
        <p:nvSpPr>
          <p:cNvPr id="47" name="Slide Number"/>
          <p:cNvSpPr txBox="1">
            <a:spLocks noGrp="1"/>
          </p:cNvSpPr>
          <p:nvPr>
            <p:ph type="sldNum" sz="quarter" idx="2"/>
          </p:nvPr>
        </p:nvSpPr>
        <p:spPr>
          <a:xfrm>
            <a:off x="8788332" y="4820443"/>
            <a:ext cx="127001" cy="127001"/>
          </a:xfrm>
          <a:prstGeom prst="rect">
            <a:avLst/>
          </a:prstGeom>
          <a:ln w="12700">
            <a:miter lim="400000"/>
          </a:ln>
        </p:spPr>
        <p:txBody>
          <a:bodyPr wrap="none" lIns="0" tIns="0" rIns="0" bIns="0" anchor="ctr">
            <a:spAutoFit/>
          </a:bodyPr>
          <a:lstStyle>
            <a:lvl1pPr algn="r">
              <a:defRPr sz="600">
                <a:solidFill>
                  <a:srgbClr val="000000"/>
                </a:solidFill>
                <a:latin typeface="+mn-lt"/>
                <a:ea typeface="+mn-ea"/>
                <a:cs typeface="+mn-cs"/>
                <a:sym typeface="IBM Plex Sans"/>
              </a:defRPr>
            </a:lvl1pPr>
          </a:lstStyle>
          <a:p>
            <a:fld id="{86CB4B4D-7CA3-9044-876B-883B54F8677D}" type="slidenum">
              <a:rPr/>
              <a:t>‹Nº›</a:t>
            </a:fld>
            <a:endParaRPr/>
          </a:p>
        </p:txBody>
      </p:sp>
      <p:sp>
        <p:nvSpPr>
          <p:cNvPr id="48" name="Title Text"/>
          <p:cNvSpPr txBox="1">
            <a:spLocks noGrp="1"/>
          </p:cNvSpPr>
          <p:nvPr>
            <p:ph type="title"/>
          </p:nvPr>
        </p:nvSpPr>
        <p:spPr>
          <a:xfrm>
            <a:off x="457200" y="205978"/>
            <a:ext cx="8229600" cy="994172"/>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Title Text</a:t>
            </a:r>
          </a:p>
        </p:txBody>
      </p:sp>
      <p:sp>
        <p:nvSpPr>
          <p:cNvPr id="49" name="Body Level One…"/>
          <p:cNvSpPr txBox="1">
            <a:spLocks noGrp="1"/>
          </p:cNvSpPr>
          <p:nvPr>
            <p:ph type="body" idx="1"/>
          </p:nvPr>
        </p:nvSpPr>
        <p:spPr>
          <a:xfrm>
            <a:off x="457200" y="1200150"/>
            <a:ext cx="8229600" cy="394335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0" tIns="0" rIns="0" bIns="0"/>
          <a:lstStyle/>
          <a:p>
            <a:r>
              <a:t>Body Level One</a:t>
            </a:r>
          </a:p>
          <a:p>
            <a:pPr lvl="1"/>
            <a:r>
              <a:t>Body Level Two</a:t>
            </a:r>
          </a:p>
          <a:p>
            <a:pPr lvl="2"/>
            <a:r>
              <a:t>Body Level Three</a:t>
            </a:r>
          </a:p>
          <a:p>
            <a:pPr lvl="3"/>
            <a:r>
              <a:t>Body Level Four</a:t>
            </a:r>
          </a:p>
          <a:p>
            <a:pPr lvl="4"/>
            <a:r>
              <a:t>Body Level Five</a:t>
            </a:r>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 id="2147483668" r:id="rId20"/>
    <p:sldLayoutId id="2147483669" r:id="rId21"/>
    <p:sldLayoutId id="2147483670" r:id="rId22"/>
    <p:sldLayoutId id="2147483671" r:id="rId23"/>
    <p:sldLayoutId id="2147483672" r:id="rId24"/>
    <p:sldLayoutId id="2147483673" r:id="rId25"/>
    <p:sldLayoutId id="2147483674" r:id="rId26"/>
    <p:sldLayoutId id="2147483675" r:id="rId27"/>
    <p:sldLayoutId id="2147483676" r:id="rId28"/>
    <p:sldLayoutId id="2147483677" r:id="rId29"/>
    <p:sldLayoutId id="2147483678" r:id="rId30"/>
    <p:sldLayoutId id="2147483679" r:id="rId31"/>
    <p:sldLayoutId id="2147483680" r:id="rId32"/>
    <p:sldLayoutId id="2147483681" r:id="rId33"/>
    <p:sldLayoutId id="2147483682" r:id="rId34"/>
    <p:sldLayoutId id="2147483683" r:id="rId35"/>
    <p:sldLayoutId id="2147483684" r:id="rId36"/>
    <p:sldLayoutId id="2147483686" r:id="rId37"/>
    <p:sldLayoutId id="2147483687" r:id="rId38"/>
    <p:sldLayoutId id="2147483688" r:id="rId39"/>
    <p:sldLayoutId id="2147483689" r:id="rId40"/>
    <p:sldLayoutId id="2147483690" r:id="rId41"/>
    <p:sldLayoutId id="2147483691" r:id="rId42"/>
    <p:sldLayoutId id="2147483692" r:id="rId43"/>
    <p:sldLayoutId id="2147483693" r:id="rId44"/>
    <p:sldLayoutId id="2147483694" r:id="rId45"/>
    <p:sldLayoutId id="2147483695" r:id="rId46"/>
    <p:sldLayoutId id="2147483696" r:id="rId47"/>
    <p:sldLayoutId id="2147483702" r:id="rId48"/>
    <p:sldLayoutId id="2147483697" r:id="rId49"/>
    <p:sldLayoutId id="2147483698" r:id="rId50"/>
    <p:sldLayoutId id="2147483699" r:id="rId51"/>
    <p:sldLayoutId id="2147483700" r:id="rId52"/>
    <p:sldLayoutId id="2147483701" r:id="rId53"/>
  </p:sldLayoutIdLst>
  <p:transition spd="med"/>
  <p:txStyles>
    <p:titleStyle>
      <a:lvl1pPr marL="0" marR="0" indent="0"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1pPr>
      <a:lvl2pPr marL="0" marR="0" indent="0"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2pPr>
      <a:lvl3pPr marL="0" marR="0" indent="0"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3pPr>
      <a:lvl4pPr marL="0" marR="0" indent="0"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4pPr>
      <a:lvl5pPr marL="0" marR="0" indent="0"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5pPr>
      <a:lvl6pPr marL="0" marR="0" indent="362568"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6pPr>
      <a:lvl7pPr marL="0" marR="0" indent="725139"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7pPr>
      <a:lvl8pPr marL="0" marR="0" indent="1087706"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8pPr>
      <a:lvl9pPr marL="0" marR="0" indent="1450276" algn="l" defTabSz="914400" rtl="0" latinLnBrk="0">
        <a:lnSpc>
          <a:spcPct val="90000"/>
        </a:lnSpc>
        <a:spcBef>
          <a:spcPts val="0"/>
        </a:spcBef>
        <a:spcAft>
          <a:spcPts val="0"/>
        </a:spcAft>
        <a:buClrTx/>
        <a:buSzTx/>
        <a:buFontTx/>
        <a:buNone/>
        <a:tabLst/>
        <a:defRPr sz="2400" b="0" i="0" u="none" strike="noStrike" cap="none" spc="0" baseline="0">
          <a:solidFill>
            <a:srgbClr val="000000"/>
          </a:solidFill>
          <a:uFillTx/>
          <a:latin typeface="+mj-lt"/>
          <a:ea typeface="+mj-ea"/>
          <a:cs typeface="+mj-cs"/>
          <a:sym typeface="IBM Plex Sans Light"/>
        </a:defRPr>
      </a:lvl9pPr>
    </p:titleStyle>
    <p:bodyStyle>
      <a:lvl1pPr marL="0" marR="0" indent="0" algn="l" defTabSz="914400" rtl="0" latinLnBrk="0">
        <a:lnSpc>
          <a:spcPct val="100000"/>
        </a:lnSpc>
        <a:spcBef>
          <a:spcPts val="1100"/>
        </a:spcBef>
        <a:spcAft>
          <a:spcPts val="0"/>
        </a:spcAft>
        <a:buClrTx/>
        <a:buSzTx/>
        <a:buFontTx/>
        <a:buNone/>
        <a:tabLst/>
        <a:defRPr sz="1400" b="0" i="0" u="none" strike="noStrike" cap="none" spc="0" baseline="0">
          <a:solidFill>
            <a:srgbClr val="000000"/>
          </a:solidFill>
          <a:uFillTx/>
          <a:latin typeface="+mj-lt"/>
          <a:ea typeface="+mj-ea"/>
          <a:cs typeface="+mj-cs"/>
          <a:sym typeface="IBM Plex Sans Light"/>
        </a:defRPr>
      </a:lvl1pPr>
      <a:lvl2pPr marL="171451" marR="0" indent="-173736"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2pPr>
      <a:lvl3pPr marL="342904" marR="0" indent="-173736"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3pPr>
      <a:lvl4pPr marL="628657" marR="0" indent="-173736"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4pPr>
      <a:lvl5pPr marL="803284" marR="0" indent="-173736"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5pPr>
      <a:lvl6pPr marL="1605332" marR="0" indent="-151281"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6pPr>
      <a:lvl7pPr marL="1967902" marR="0" indent="-151281"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7pPr>
      <a:lvl8pPr marL="2330471" marR="0" indent="-151281"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8pPr>
      <a:lvl9pPr marL="2693041" marR="0" indent="-151281" algn="l" defTabSz="914400" rtl="0" latinLnBrk="0">
        <a:lnSpc>
          <a:spcPct val="100000"/>
        </a:lnSpc>
        <a:spcBef>
          <a:spcPts val="1100"/>
        </a:spcBef>
        <a:spcAft>
          <a:spcPts val="0"/>
        </a:spcAft>
        <a:buClrTx/>
        <a:buSzPct val="100000"/>
        <a:buFontTx/>
        <a:buChar char="»"/>
        <a:tabLst/>
        <a:defRPr sz="1400" b="0" i="0" u="none" strike="noStrike" cap="none" spc="0" baseline="0">
          <a:solidFill>
            <a:srgbClr val="000000"/>
          </a:solidFill>
          <a:uFillTx/>
          <a:latin typeface="+mj-lt"/>
          <a:ea typeface="+mj-ea"/>
          <a:cs typeface="+mj-cs"/>
          <a:sym typeface="IBM Plex Sans Light"/>
        </a:defRPr>
      </a:lvl9pPr>
    </p:bodyStyle>
    <p:otherStyle>
      <a:lvl1pPr marL="0" marR="0" indent="0"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1pPr>
      <a:lvl2pPr marL="0" marR="0" indent="342991"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2pPr>
      <a:lvl3pPr marL="0" marR="0" indent="685982"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3pPr>
      <a:lvl4pPr marL="0" marR="0" indent="1028974"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4pPr>
      <a:lvl5pPr marL="0" marR="0" indent="1371965"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5pPr>
      <a:lvl6pPr marL="0" marR="0" indent="1714956"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6pPr>
      <a:lvl7pPr marL="0" marR="0" indent="2057948"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7pPr>
      <a:lvl8pPr marL="0" marR="0" indent="2400940"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8pPr>
      <a:lvl9pPr marL="0" marR="0" indent="2743931" algn="r" defTabSz="685982" rtl="0" latinLnBrk="0">
        <a:lnSpc>
          <a:spcPct val="100000"/>
        </a:lnSpc>
        <a:spcBef>
          <a:spcPts val="0"/>
        </a:spcBef>
        <a:spcAft>
          <a:spcPts val="0"/>
        </a:spcAft>
        <a:buClrTx/>
        <a:buSzTx/>
        <a:buFontTx/>
        <a:buNone/>
        <a:tabLst/>
        <a:defRPr sz="600" b="0" i="0" u="none" strike="noStrike" cap="none" spc="0" baseline="0">
          <a:solidFill>
            <a:schemeClr val="tx1"/>
          </a:solidFill>
          <a:uFillTx/>
          <a:latin typeface="+mn-lt"/>
          <a:ea typeface="+mn-ea"/>
          <a:cs typeface="+mn-cs"/>
          <a:sym typeface="IBM Plex San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11">
            <a:extLst>
              <a:ext uri="{FF2B5EF4-FFF2-40B4-BE49-F238E27FC236}">
                <a16:creationId xmlns:a16="http://schemas.microsoft.com/office/drawing/2014/main" id="{0FDBE838-0124-64AC-B254-8D3C02C88230}"/>
              </a:ext>
            </a:extLst>
          </p:cNvPr>
          <p:cNvSpPr/>
          <p:nvPr/>
        </p:nvSpPr>
        <p:spPr>
          <a:xfrm>
            <a:off x="6078988" y="-7320"/>
            <a:ext cx="3065012" cy="2780590"/>
          </a:xfrm>
          <a:prstGeom prst="rect">
            <a:avLst/>
          </a:prstGeom>
          <a:solidFill>
            <a:srgbClr val="2860F6"/>
          </a:solidFill>
          <a:ln w="12700">
            <a:miter lim="400000"/>
          </a:ln>
        </p:spPr>
        <p:txBody>
          <a:bodyPr lIns="91438" tIns="91438" rIns="91438" bIns="91438"/>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914355">
              <a:defRPr sz="1400"/>
            </a:pPr>
            <a:endParaRPr sz="1400">
              <a:latin typeface="IBM Plex Sans Light"/>
            </a:endParaRPr>
          </a:p>
        </p:txBody>
      </p:sp>
      <p:sp>
        <p:nvSpPr>
          <p:cNvPr id="1137" name="Slide Number Placeholder"/>
          <p:cNvSpPr txBox="1">
            <a:spLocks noGrp="1"/>
          </p:cNvSpPr>
          <p:nvPr>
            <p:ph type="sldNum" sz="quarter" idx="4294967295"/>
          </p:nvPr>
        </p:nvSpPr>
        <p:spPr>
          <a:xfrm>
            <a:off x="8868845" y="6018479"/>
            <a:ext cx="133050" cy="266676"/>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defPPr marL="0" marR="0" indent="0" algn="l" defTabSz="1219139"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597"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hangingPunct="0"/>
            <a:fld id="{86CB4B4D-7CA3-9044-876B-883B54F8677D}" type="slidenum">
              <a:rPr kern="0">
                <a:latin typeface="IBM Plex Sans"/>
              </a:rPr>
              <a:pPr hangingPunct="0"/>
              <a:t>1</a:t>
            </a:fld>
            <a:endParaRPr kern="0">
              <a:latin typeface="IBM Plex Sans"/>
            </a:endParaRPr>
          </a:p>
        </p:txBody>
      </p:sp>
      <p:grpSp>
        <p:nvGrpSpPr>
          <p:cNvPr id="1183" name="Group 2"/>
          <p:cNvGrpSpPr/>
          <p:nvPr/>
        </p:nvGrpSpPr>
        <p:grpSpPr>
          <a:xfrm>
            <a:off x="-109729" y="-109855"/>
            <a:ext cx="9364225" cy="5364487"/>
            <a:chOff x="0" y="0"/>
            <a:chExt cx="9364224" cy="5364485"/>
          </a:xfrm>
        </p:grpSpPr>
        <p:grpSp>
          <p:nvGrpSpPr>
            <p:cNvPr id="1150" name="Group 59"/>
            <p:cNvGrpSpPr/>
            <p:nvPr/>
          </p:nvGrpSpPr>
          <p:grpSpPr>
            <a:xfrm>
              <a:off x="338964" y="-1"/>
              <a:ext cx="8686736" cy="91444"/>
              <a:chOff x="0" y="0"/>
              <a:chExt cx="8686735" cy="91443"/>
            </a:xfrm>
          </p:grpSpPr>
          <p:sp>
            <p:nvSpPr>
              <p:cNvPr id="1139" name="Straight Connector 92"/>
              <p:cNvSpPr/>
              <p:nvPr/>
            </p:nvSpPr>
            <p:spPr>
              <a:xfrm flipV="1">
                <a:off x="-1" y="0"/>
                <a:ext cx="3"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0" name="Straight Connector 93"/>
              <p:cNvSpPr/>
              <p:nvPr/>
            </p:nvSpPr>
            <p:spPr>
              <a:xfrm flipV="1">
                <a:off x="18288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1" name="Straight Connector 94"/>
              <p:cNvSpPr/>
              <p:nvPr/>
            </p:nvSpPr>
            <p:spPr>
              <a:xfrm flipV="1">
                <a:off x="20574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2" name="Straight Connector 95"/>
              <p:cNvSpPr/>
              <p:nvPr/>
            </p:nvSpPr>
            <p:spPr>
              <a:xfrm flipV="1">
                <a:off x="22860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3" name="Straight Connector 96"/>
              <p:cNvSpPr/>
              <p:nvPr/>
            </p:nvSpPr>
            <p:spPr>
              <a:xfrm flipV="1">
                <a:off x="41148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4" name="Straight Connector 97"/>
              <p:cNvSpPr/>
              <p:nvPr/>
            </p:nvSpPr>
            <p:spPr>
              <a:xfrm flipV="1">
                <a:off x="43434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5" name="Straight Connector 98"/>
              <p:cNvSpPr/>
              <p:nvPr/>
            </p:nvSpPr>
            <p:spPr>
              <a:xfrm flipV="1">
                <a:off x="45720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6" name="Straight Connector 99"/>
              <p:cNvSpPr/>
              <p:nvPr/>
            </p:nvSpPr>
            <p:spPr>
              <a:xfrm flipV="1">
                <a:off x="64008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7" name="Straight Connector 100"/>
              <p:cNvSpPr/>
              <p:nvPr/>
            </p:nvSpPr>
            <p:spPr>
              <a:xfrm flipV="1">
                <a:off x="6629401"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8" name="Straight Connector 101"/>
              <p:cNvSpPr/>
              <p:nvPr/>
            </p:nvSpPr>
            <p:spPr>
              <a:xfrm flipV="1">
                <a:off x="6858001"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49" name="Straight Connector 102"/>
              <p:cNvSpPr/>
              <p:nvPr/>
            </p:nvSpPr>
            <p:spPr>
              <a:xfrm flipV="1">
                <a:off x="8686733"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grpSp>
        <p:grpSp>
          <p:nvGrpSpPr>
            <p:cNvPr id="1162" name="Group 60"/>
            <p:cNvGrpSpPr/>
            <p:nvPr/>
          </p:nvGrpSpPr>
          <p:grpSpPr>
            <a:xfrm>
              <a:off x="338964" y="5273042"/>
              <a:ext cx="8686736" cy="91444"/>
              <a:chOff x="0" y="0"/>
              <a:chExt cx="8686735" cy="91443"/>
            </a:xfrm>
          </p:grpSpPr>
          <p:sp>
            <p:nvSpPr>
              <p:cNvPr id="1151" name="Straight Connector 81"/>
              <p:cNvSpPr/>
              <p:nvPr/>
            </p:nvSpPr>
            <p:spPr>
              <a:xfrm flipV="1">
                <a:off x="-1" y="0"/>
                <a:ext cx="3"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2" name="Straight Connector 82"/>
              <p:cNvSpPr/>
              <p:nvPr/>
            </p:nvSpPr>
            <p:spPr>
              <a:xfrm flipV="1">
                <a:off x="18288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3" name="Straight Connector 83"/>
              <p:cNvSpPr/>
              <p:nvPr/>
            </p:nvSpPr>
            <p:spPr>
              <a:xfrm flipV="1">
                <a:off x="20574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4" name="Straight Connector 84"/>
              <p:cNvSpPr/>
              <p:nvPr/>
            </p:nvSpPr>
            <p:spPr>
              <a:xfrm flipV="1">
                <a:off x="22860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5" name="Straight Connector 85"/>
              <p:cNvSpPr/>
              <p:nvPr/>
            </p:nvSpPr>
            <p:spPr>
              <a:xfrm flipV="1">
                <a:off x="41148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6" name="Straight Connector 86"/>
              <p:cNvSpPr/>
              <p:nvPr/>
            </p:nvSpPr>
            <p:spPr>
              <a:xfrm flipV="1">
                <a:off x="43434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7" name="Straight Connector 87"/>
              <p:cNvSpPr/>
              <p:nvPr/>
            </p:nvSpPr>
            <p:spPr>
              <a:xfrm flipV="1">
                <a:off x="45720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8" name="Straight Connector 88"/>
              <p:cNvSpPr/>
              <p:nvPr/>
            </p:nvSpPr>
            <p:spPr>
              <a:xfrm flipV="1">
                <a:off x="6400800"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59" name="Straight Connector 89"/>
              <p:cNvSpPr/>
              <p:nvPr/>
            </p:nvSpPr>
            <p:spPr>
              <a:xfrm flipV="1">
                <a:off x="6629401"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0" name="Straight Connector 90"/>
              <p:cNvSpPr/>
              <p:nvPr/>
            </p:nvSpPr>
            <p:spPr>
              <a:xfrm flipV="1">
                <a:off x="6858001"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1" name="Straight Connector 91"/>
              <p:cNvSpPr/>
              <p:nvPr/>
            </p:nvSpPr>
            <p:spPr>
              <a:xfrm flipV="1">
                <a:off x="8686733" y="0"/>
                <a:ext cx="2" cy="91444"/>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grpSp>
        <p:grpSp>
          <p:nvGrpSpPr>
            <p:cNvPr id="1172" name="Group 61"/>
            <p:cNvGrpSpPr/>
            <p:nvPr/>
          </p:nvGrpSpPr>
          <p:grpSpPr>
            <a:xfrm>
              <a:off x="0" y="338072"/>
              <a:ext cx="91444" cy="4686686"/>
              <a:chOff x="0" y="0"/>
              <a:chExt cx="91443" cy="4686683"/>
            </a:xfrm>
          </p:grpSpPr>
          <p:sp>
            <p:nvSpPr>
              <p:cNvPr id="1163" name="Straight Connector 72"/>
              <p:cNvSpPr/>
              <p:nvPr/>
            </p:nvSpPr>
            <p:spPr>
              <a:xfrm flipH="1">
                <a:off x="0" y="425576"/>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4" name="Straight Connector 73"/>
              <p:cNvSpPr/>
              <p:nvPr/>
            </p:nvSpPr>
            <p:spPr>
              <a:xfrm flipH="1">
                <a:off x="0" y="1061084"/>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5" name="Straight Connector 74"/>
              <p:cNvSpPr/>
              <p:nvPr/>
            </p:nvSpPr>
            <p:spPr>
              <a:xfrm flipH="1">
                <a:off x="0" y="1701164"/>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6" name="Straight Connector 75"/>
              <p:cNvSpPr/>
              <p:nvPr/>
            </p:nvSpPr>
            <p:spPr>
              <a:xfrm flipH="1">
                <a:off x="0" y="2342771"/>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7" name="Straight Connector 76"/>
              <p:cNvSpPr/>
              <p:nvPr/>
            </p:nvSpPr>
            <p:spPr>
              <a:xfrm flipH="1">
                <a:off x="0" y="2981326"/>
                <a:ext cx="91444" cy="1"/>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8" name="Straight Connector 77"/>
              <p:cNvSpPr/>
              <p:nvPr/>
            </p:nvSpPr>
            <p:spPr>
              <a:xfrm flipH="1">
                <a:off x="0" y="3621405"/>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69" name="Straight Connector 78"/>
              <p:cNvSpPr/>
              <p:nvPr/>
            </p:nvSpPr>
            <p:spPr>
              <a:xfrm flipH="1">
                <a:off x="0" y="4269233"/>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0" name="Straight Connector 79"/>
              <p:cNvSpPr/>
              <p:nvPr/>
            </p:nvSpPr>
            <p:spPr>
              <a:xfrm flipH="1" flipV="1">
                <a:off x="0" y="-1"/>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1" name="Straight Connector 80"/>
              <p:cNvSpPr/>
              <p:nvPr/>
            </p:nvSpPr>
            <p:spPr>
              <a:xfrm flipH="1">
                <a:off x="0" y="4686682"/>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grpSp>
        <p:grpSp>
          <p:nvGrpSpPr>
            <p:cNvPr id="1182" name="Group 62"/>
            <p:cNvGrpSpPr/>
            <p:nvPr/>
          </p:nvGrpSpPr>
          <p:grpSpPr>
            <a:xfrm>
              <a:off x="9272782" y="338073"/>
              <a:ext cx="91444" cy="4685670"/>
              <a:chOff x="0" y="0"/>
              <a:chExt cx="91443" cy="4685669"/>
            </a:xfrm>
          </p:grpSpPr>
          <p:sp>
            <p:nvSpPr>
              <p:cNvPr id="1173" name="Straight Connector 63"/>
              <p:cNvSpPr/>
              <p:nvPr/>
            </p:nvSpPr>
            <p:spPr>
              <a:xfrm flipH="1">
                <a:off x="0" y="425577"/>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4" name="Straight Connector 64"/>
              <p:cNvSpPr/>
              <p:nvPr/>
            </p:nvSpPr>
            <p:spPr>
              <a:xfrm flipH="1">
                <a:off x="0" y="1061085"/>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5" name="Straight Connector 65"/>
              <p:cNvSpPr/>
              <p:nvPr/>
            </p:nvSpPr>
            <p:spPr>
              <a:xfrm flipH="1">
                <a:off x="0" y="1701166"/>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6" name="Straight Connector 66"/>
              <p:cNvSpPr/>
              <p:nvPr/>
            </p:nvSpPr>
            <p:spPr>
              <a:xfrm flipH="1">
                <a:off x="0" y="2341246"/>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7" name="Straight Connector 67"/>
              <p:cNvSpPr/>
              <p:nvPr/>
            </p:nvSpPr>
            <p:spPr>
              <a:xfrm flipH="1">
                <a:off x="0" y="2981327"/>
                <a:ext cx="91444" cy="1"/>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8" name="Straight Connector 68"/>
              <p:cNvSpPr/>
              <p:nvPr/>
            </p:nvSpPr>
            <p:spPr>
              <a:xfrm flipH="1">
                <a:off x="0" y="3621406"/>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79" name="Straight Connector 69"/>
              <p:cNvSpPr/>
              <p:nvPr/>
            </p:nvSpPr>
            <p:spPr>
              <a:xfrm flipH="1">
                <a:off x="0" y="4269235"/>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80" name="Straight Connector 70"/>
              <p:cNvSpPr/>
              <p:nvPr/>
            </p:nvSpPr>
            <p:spPr>
              <a:xfrm flipH="1" flipV="1">
                <a:off x="0" y="0"/>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sp>
            <p:nvSpPr>
              <p:cNvPr id="1181" name="Straight Connector 71"/>
              <p:cNvSpPr/>
              <p:nvPr/>
            </p:nvSpPr>
            <p:spPr>
              <a:xfrm flipH="1">
                <a:off x="0" y="4685668"/>
                <a:ext cx="91444" cy="2"/>
              </a:xfrm>
              <a:prstGeom prst="line">
                <a:avLst/>
              </a:prstGeom>
              <a:noFill/>
              <a:ln w="3175" cap="flat">
                <a:solidFill>
                  <a:srgbClr val="000000"/>
                </a:solidFill>
                <a:prstDash val="solid"/>
                <a:round/>
              </a:ln>
              <a:effectLst/>
            </p:spPr>
            <p:txBody>
              <a:bodyPr wrap="square" lIns="45718" tIns="45718" rIns="45718" bIns="45718"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defRPr>
                    <a:latin typeface="+mn-lt"/>
                    <a:ea typeface="+mn-ea"/>
                    <a:cs typeface="+mn-cs"/>
                    <a:sym typeface="IBM Plex Sans"/>
                  </a:defRPr>
                </a:pPr>
                <a:endParaRPr/>
              </a:p>
            </p:txBody>
          </p:sp>
        </p:grpSp>
      </p:grpSp>
      <p:sp>
        <p:nvSpPr>
          <p:cNvPr id="1185" name="Text Placeholder 2"/>
          <p:cNvSpPr txBox="1"/>
          <p:nvPr/>
        </p:nvSpPr>
        <p:spPr>
          <a:xfrm>
            <a:off x="288002" y="1329027"/>
            <a:ext cx="5446042" cy="31684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9">
              <a:defRPr sz="1000">
                <a:solidFill>
                  <a:srgbClr val="000000"/>
                </a:solidFill>
              </a:defRPr>
            </a:pPr>
            <a:r>
              <a:rPr lang="en-US" sz="1000" dirty="0">
                <a:solidFill>
                  <a:srgbClr val="2860F6"/>
                </a:solidFill>
                <a:latin typeface="IBM Plex Sans Light"/>
                <a:sym typeface="IBM Plex Sans Medium"/>
              </a:rPr>
              <a:t>Business Problem</a:t>
            </a:r>
          </a:p>
          <a:p>
            <a:pPr defTabSz="685949">
              <a:defRPr sz="1000">
                <a:solidFill>
                  <a:srgbClr val="000000"/>
                </a:solidFill>
              </a:defRPr>
            </a:pPr>
            <a:endParaRPr lang="en-US" sz="850" dirty="0">
              <a:solidFill>
                <a:srgbClr val="2860F6"/>
              </a:solidFill>
              <a:latin typeface="IBM Plex Sans Light"/>
            </a:endParaRPr>
          </a:p>
          <a:p>
            <a:pPr defTabSz="685949">
              <a:defRPr sz="1000">
                <a:solidFill>
                  <a:srgbClr val="000000"/>
                </a:solidFill>
              </a:defRPr>
            </a:pPr>
            <a:r>
              <a:rPr lang="en-US" sz="850" b="1" dirty="0">
                <a:solidFill>
                  <a:srgbClr val="000000"/>
                </a:solidFill>
                <a:latin typeface="IBM Plex Sans Light"/>
              </a:rPr>
              <a:t>As part of the modernization and simplification process, AGIP implemented the issuance and distribution of bills exclusively in digital format starting April 2026. This means taxpayers no longer receive paper bills and must consult them online. This digital transformation created a significant challenge: taxpayers needed a simple, accessible way to obtain their bills and make payments without the traditional physical bill arriving at their homes.</a:t>
            </a:r>
          </a:p>
          <a:p>
            <a:pPr defTabSz="685949">
              <a:defRPr sz="1000">
                <a:solidFill>
                  <a:srgbClr val="000000"/>
                </a:solidFill>
              </a:defRPr>
            </a:pPr>
            <a:r>
              <a:rPr lang="en-US" sz="850" b="1" dirty="0">
                <a:solidFill>
                  <a:srgbClr val="000000"/>
                </a:solidFill>
                <a:latin typeface="IBM Plex Sans Light"/>
              </a:rPr>
              <a:t>The challenge was to provide taxpayers with an intuitive, 24/7 accessible solution that would help them navigate this new reality. Many taxpayers were accustomed to receiving physical bills and needed guidance on how to access their digital bills, understand their debt status, and complete payments through various digital channels. Without an effective self-service solution, this transition risked overwhelming traditional support channels such as call centers and in-person assistance, while potentially causing confusion and payment delays among taxpayers.</a:t>
            </a:r>
          </a:p>
          <a:p>
            <a:pPr defTabSz="685949">
              <a:defRPr sz="1000">
                <a:solidFill>
                  <a:srgbClr val="000000"/>
                </a:solidFill>
              </a:defRPr>
            </a:pPr>
            <a:endParaRPr lang="en-US" sz="1000" dirty="0">
              <a:solidFill>
                <a:srgbClr val="000000"/>
              </a:solidFill>
              <a:latin typeface="IBM Plex Sans Light"/>
              <a:sym typeface="IBM Plex Sans Medium"/>
            </a:endParaRPr>
          </a:p>
          <a:p>
            <a:pPr defTabSz="685949">
              <a:defRPr sz="1000">
                <a:solidFill>
                  <a:srgbClr val="000000"/>
                </a:solidFill>
              </a:defRPr>
            </a:pPr>
            <a:r>
              <a:rPr lang="en-US" sz="1000" dirty="0">
                <a:solidFill>
                  <a:srgbClr val="2860F6"/>
                </a:solidFill>
                <a:latin typeface="IBM Plex Sans Light"/>
                <a:sym typeface="IBM Plex Sans Medium"/>
              </a:rPr>
              <a:t>How IBM Solved It</a:t>
            </a:r>
            <a:endParaRPr lang="en-US" sz="1000" dirty="0">
              <a:solidFill>
                <a:srgbClr val="2860F6"/>
              </a:solidFill>
              <a:latin typeface="IBM Plex Sans Light"/>
            </a:endParaRPr>
          </a:p>
          <a:p>
            <a:pPr defTabSz="685949">
              <a:defRPr sz="1000">
                <a:solidFill>
                  <a:srgbClr val="000000"/>
                </a:solidFill>
              </a:defRPr>
            </a:pPr>
            <a:endParaRPr lang="en-US" sz="850" dirty="0">
              <a:solidFill>
                <a:srgbClr val="2860F6"/>
              </a:solidFill>
              <a:latin typeface="IBM Plex Sans Light"/>
              <a:sym typeface="IBM Plex Sans Medium"/>
            </a:endParaRPr>
          </a:p>
          <a:p>
            <a:r>
              <a:rPr lang="es-AR" sz="850" dirty="0">
                <a:solidFill>
                  <a:srgbClr val="000000"/>
                </a:solidFill>
              </a:rPr>
              <a:t>The </a:t>
            </a:r>
            <a:r>
              <a:rPr lang="es-AR" sz="850" dirty="0" err="1">
                <a:solidFill>
                  <a:srgbClr val="000000"/>
                </a:solidFill>
              </a:rPr>
              <a:t>solution</a:t>
            </a:r>
            <a:r>
              <a:rPr lang="es-AR" sz="850" dirty="0">
                <a:solidFill>
                  <a:srgbClr val="000000"/>
                </a:solidFill>
              </a:rPr>
              <a:t> </a:t>
            </a:r>
            <a:r>
              <a:rPr lang="es-AR" sz="850" dirty="0" err="1">
                <a:solidFill>
                  <a:srgbClr val="000000"/>
                </a:solidFill>
              </a:rPr>
              <a:t>provides</a:t>
            </a:r>
            <a:r>
              <a:rPr lang="es-AR" sz="850" dirty="0">
                <a:solidFill>
                  <a:srgbClr val="000000"/>
                </a:solidFill>
              </a:rPr>
              <a:t> a digital </a:t>
            </a:r>
            <a:r>
              <a:rPr lang="es-AR" sz="850" dirty="0" err="1">
                <a:solidFill>
                  <a:srgbClr val="000000"/>
                </a:solidFill>
              </a:rPr>
              <a:t>taxpayer</a:t>
            </a:r>
            <a:r>
              <a:rPr lang="es-AR" sz="850" dirty="0">
                <a:solidFill>
                  <a:srgbClr val="000000"/>
                </a:solidFill>
              </a:rPr>
              <a:t> </a:t>
            </a:r>
            <a:r>
              <a:rPr lang="es-AR" sz="850" dirty="0" err="1">
                <a:solidFill>
                  <a:srgbClr val="000000"/>
                </a:solidFill>
              </a:rPr>
              <a:t>assistance</a:t>
            </a:r>
            <a:r>
              <a:rPr lang="es-AR" sz="850" dirty="0">
                <a:solidFill>
                  <a:srgbClr val="000000"/>
                </a:solidFill>
              </a:rPr>
              <a:t> </a:t>
            </a:r>
            <a:r>
              <a:rPr lang="es-AR" sz="850" dirty="0" err="1">
                <a:solidFill>
                  <a:srgbClr val="000000"/>
                </a:solidFill>
              </a:rPr>
              <a:t>experience</a:t>
            </a:r>
            <a:r>
              <a:rPr lang="es-AR" sz="850" dirty="0">
                <a:solidFill>
                  <a:srgbClr val="000000"/>
                </a:solidFill>
              </a:rPr>
              <a:t> </a:t>
            </a:r>
            <a:r>
              <a:rPr lang="es-AR" sz="850" dirty="0" err="1">
                <a:solidFill>
                  <a:srgbClr val="000000"/>
                </a:solidFill>
              </a:rPr>
              <a:t>designed</a:t>
            </a:r>
            <a:r>
              <a:rPr lang="es-AR" sz="850" dirty="0">
                <a:solidFill>
                  <a:srgbClr val="000000"/>
                </a:solidFill>
              </a:rPr>
              <a:t> </a:t>
            </a:r>
            <a:r>
              <a:rPr lang="es-AR" sz="850" dirty="0" err="1">
                <a:solidFill>
                  <a:srgbClr val="000000"/>
                </a:solidFill>
              </a:rPr>
              <a:t>to</a:t>
            </a:r>
            <a:r>
              <a:rPr lang="es-AR" sz="850" dirty="0">
                <a:solidFill>
                  <a:srgbClr val="000000"/>
                </a:solidFill>
              </a:rPr>
              <a:t> </a:t>
            </a:r>
            <a:r>
              <a:rPr lang="es-AR" sz="850" dirty="0" err="1">
                <a:solidFill>
                  <a:srgbClr val="000000"/>
                </a:solidFill>
              </a:rPr>
              <a:t>simplify</a:t>
            </a:r>
            <a:r>
              <a:rPr lang="es-AR" sz="850" dirty="0">
                <a:solidFill>
                  <a:srgbClr val="000000"/>
                </a:solidFill>
              </a:rPr>
              <a:t> </a:t>
            </a:r>
            <a:r>
              <a:rPr lang="es-AR" sz="850" dirty="0" err="1">
                <a:solidFill>
                  <a:srgbClr val="000000"/>
                </a:solidFill>
              </a:rPr>
              <a:t>citizen</a:t>
            </a:r>
            <a:r>
              <a:rPr lang="es-AR" sz="850" dirty="0">
                <a:solidFill>
                  <a:srgbClr val="000000"/>
                </a:solidFill>
              </a:rPr>
              <a:t> </a:t>
            </a:r>
            <a:r>
              <a:rPr lang="es-AR" sz="850" dirty="0" err="1">
                <a:solidFill>
                  <a:srgbClr val="000000"/>
                </a:solidFill>
              </a:rPr>
              <a:t>interactions</a:t>
            </a:r>
            <a:r>
              <a:rPr lang="es-AR" sz="850" dirty="0">
                <a:solidFill>
                  <a:srgbClr val="000000"/>
                </a:solidFill>
              </a:rPr>
              <a:t> </a:t>
            </a:r>
            <a:r>
              <a:rPr lang="es-AR" sz="850" dirty="0" err="1">
                <a:solidFill>
                  <a:srgbClr val="000000"/>
                </a:solidFill>
              </a:rPr>
              <a:t>with</a:t>
            </a:r>
            <a:r>
              <a:rPr lang="es-AR" sz="850" dirty="0">
                <a:solidFill>
                  <a:srgbClr val="000000"/>
                </a:solidFill>
              </a:rPr>
              <a:t> AGIP </a:t>
            </a:r>
            <a:r>
              <a:rPr lang="es-AR" sz="850" dirty="0" err="1">
                <a:solidFill>
                  <a:srgbClr val="000000"/>
                </a:solidFill>
              </a:rPr>
              <a:t>services</a:t>
            </a:r>
            <a:r>
              <a:rPr lang="es-AR" sz="850" dirty="0">
                <a:solidFill>
                  <a:srgbClr val="000000"/>
                </a:solidFill>
              </a:rPr>
              <a:t>. </a:t>
            </a:r>
            <a:r>
              <a:rPr lang="es-AR" sz="850" dirty="0" err="1">
                <a:solidFill>
                  <a:srgbClr val="000000"/>
                </a:solidFill>
              </a:rPr>
              <a:t>Through</a:t>
            </a:r>
            <a:r>
              <a:rPr lang="es-AR" sz="850" dirty="0">
                <a:solidFill>
                  <a:srgbClr val="000000"/>
                </a:solidFill>
              </a:rPr>
              <a:t> a </a:t>
            </a:r>
            <a:r>
              <a:rPr lang="es-AR" sz="850" dirty="0" err="1">
                <a:solidFill>
                  <a:srgbClr val="000000"/>
                </a:solidFill>
              </a:rPr>
              <a:t>conversational</a:t>
            </a:r>
            <a:r>
              <a:rPr lang="es-AR" sz="850" dirty="0">
                <a:solidFill>
                  <a:srgbClr val="000000"/>
                </a:solidFill>
              </a:rPr>
              <a:t> interface, </a:t>
            </a:r>
            <a:r>
              <a:rPr lang="es-AR" sz="850" dirty="0" err="1">
                <a:solidFill>
                  <a:srgbClr val="000000"/>
                </a:solidFill>
              </a:rPr>
              <a:t>users</a:t>
            </a:r>
            <a:r>
              <a:rPr lang="es-AR" sz="850" dirty="0">
                <a:solidFill>
                  <a:srgbClr val="000000"/>
                </a:solidFill>
              </a:rPr>
              <a:t> can </a:t>
            </a:r>
            <a:r>
              <a:rPr lang="es-AR" sz="850" dirty="0" err="1">
                <a:solidFill>
                  <a:srgbClr val="000000"/>
                </a:solidFill>
              </a:rPr>
              <a:t>access</a:t>
            </a:r>
            <a:r>
              <a:rPr lang="es-AR" sz="850" dirty="0">
                <a:solidFill>
                  <a:srgbClr val="000000"/>
                </a:solidFill>
              </a:rPr>
              <a:t> </a:t>
            </a:r>
            <a:r>
              <a:rPr lang="es-AR" sz="850" dirty="0" err="1">
                <a:solidFill>
                  <a:srgbClr val="000000"/>
                </a:solidFill>
              </a:rPr>
              <a:t>guidance</a:t>
            </a:r>
            <a:r>
              <a:rPr lang="es-AR" sz="850" dirty="0">
                <a:solidFill>
                  <a:srgbClr val="000000"/>
                </a:solidFill>
              </a:rPr>
              <a:t>, </a:t>
            </a:r>
            <a:r>
              <a:rPr lang="es-AR" sz="850" dirty="0" err="1">
                <a:solidFill>
                  <a:srgbClr val="000000"/>
                </a:solidFill>
              </a:rPr>
              <a:t>check</a:t>
            </a:r>
            <a:r>
              <a:rPr lang="es-AR" sz="850" dirty="0">
                <a:solidFill>
                  <a:srgbClr val="000000"/>
                </a:solidFill>
              </a:rPr>
              <a:t> </a:t>
            </a:r>
            <a:r>
              <a:rPr lang="es-AR" sz="850" dirty="0" err="1">
                <a:solidFill>
                  <a:srgbClr val="000000"/>
                </a:solidFill>
              </a:rPr>
              <a:t>their</a:t>
            </a:r>
            <a:r>
              <a:rPr lang="es-AR" sz="850" dirty="0">
                <a:solidFill>
                  <a:srgbClr val="000000"/>
                </a:solidFill>
              </a:rPr>
              <a:t> </a:t>
            </a:r>
            <a:r>
              <a:rPr lang="es-AR" sz="850" dirty="0" err="1">
                <a:solidFill>
                  <a:srgbClr val="000000"/>
                </a:solidFill>
              </a:rPr>
              <a:t>obligations</a:t>
            </a:r>
            <a:r>
              <a:rPr lang="es-AR" sz="850" dirty="0">
                <a:solidFill>
                  <a:srgbClr val="000000"/>
                </a:solidFill>
              </a:rPr>
              <a:t>, </a:t>
            </a:r>
            <a:r>
              <a:rPr lang="es-AR" sz="850" dirty="0" err="1">
                <a:solidFill>
                  <a:srgbClr val="000000"/>
                </a:solidFill>
              </a:rPr>
              <a:t>understand</a:t>
            </a:r>
            <a:r>
              <a:rPr lang="es-AR" sz="850" dirty="0">
                <a:solidFill>
                  <a:srgbClr val="000000"/>
                </a:solidFill>
              </a:rPr>
              <a:t> </a:t>
            </a:r>
            <a:r>
              <a:rPr lang="es-AR" sz="850" dirty="0" err="1">
                <a:solidFill>
                  <a:srgbClr val="000000"/>
                </a:solidFill>
              </a:rPr>
              <a:t>available</a:t>
            </a:r>
            <a:r>
              <a:rPr lang="es-AR" sz="850" dirty="0">
                <a:solidFill>
                  <a:srgbClr val="000000"/>
                </a:solidFill>
              </a:rPr>
              <a:t> </a:t>
            </a:r>
            <a:r>
              <a:rPr lang="es-AR" sz="850" dirty="0" err="1">
                <a:solidFill>
                  <a:srgbClr val="000000"/>
                </a:solidFill>
              </a:rPr>
              <a:t>payment</a:t>
            </a:r>
            <a:r>
              <a:rPr lang="es-AR" sz="850" dirty="0">
                <a:solidFill>
                  <a:srgbClr val="000000"/>
                </a:solidFill>
              </a:rPr>
              <a:t> </a:t>
            </a:r>
            <a:r>
              <a:rPr lang="es-AR" sz="850" dirty="0" err="1">
                <a:solidFill>
                  <a:srgbClr val="000000"/>
                </a:solidFill>
              </a:rPr>
              <a:t>options</a:t>
            </a:r>
            <a:r>
              <a:rPr lang="es-AR" sz="850" dirty="0">
                <a:solidFill>
                  <a:srgbClr val="000000"/>
                </a:solidFill>
              </a:rPr>
              <a:t>, and complete </a:t>
            </a:r>
            <a:r>
              <a:rPr lang="es-AR" sz="850" dirty="0" err="1">
                <a:solidFill>
                  <a:srgbClr val="000000"/>
                </a:solidFill>
              </a:rPr>
              <a:t>key</a:t>
            </a:r>
            <a:r>
              <a:rPr lang="es-AR" sz="850" dirty="0">
                <a:solidFill>
                  <a:srgbClr val="000000"/>
                </a:solidFill>
              </a:rPr>
              <a:t> self-service </a:t>
            </a:r>
            <a:r>
              <a:rPr lang="es-AR" sz="850" dirty="0" err="1">
                <a:solidFill>
                  <a:srgbClr val="000000"/>
                </a:solidFill>
              </a:rPr>
              <a:t>actions</a:t>
            </a:r>
            <a:r>
              <a:rPr lang="es-AR" sz="850" dirty="0">
                <a:solidFill>
                  <a:srgbClr val="000000"/>
                </a:solidFill>
              </a:rPr>
              <a:t> in a </a:t>
            </a:r>
            <a:r>
              <a:rPr lang="es-AR" sz="850" dirty="0" err="1">
                <a:solidFill>
                  <a:srgbClr val="000000"/>
                </a:solidFill>
              </a:rPr>
              <a:t>faster</a:t>
            </a:r>
            <a:r>
              <a:rPr lang="es-AR" sz="850" dirty="0">
                <a:solidFill>
                  <a:srgbClr val="000000"/>
                </a:solidFill>
              </a:rPr>
              <a:t> and more intuitive </a:t>
            </a:r>
            <a:r>
              <a:rPr lang="es-AR" sz="850" dirty="0" err="1">
                <a:solidFill>
                  <a:srgbClr val="000000"/>
                </a:solidFill>
              </a:rPr>
              <a:t>way</a:t>
            </a:r>
            <a:r>
              <a:rPr lang="es-AR" sz="850" dirty="0">
                <a:solidFill>
                  <a:srgbClr val="000000"/>
                </a:solidFill>
              </a:rPr>
              <a:t>.</a:t>
            </a:r>
          </a:p>
          <a:p>
            <a:r>
              <a:rPr lang="es-AR" sz="850" dirty="0">
                <a:solidFill>
                  <a:srgbClr val="000000"/>
                </a:solidFill>
              </a:rPr>
              <a:t>From a </a:t>
            </a:r>
            <a:r>
              <a:rPr lang="es-AR" sz="850" dirty="0" err="1">
                <a:solidFill>
                  <a:srgbClr val="000000"/>
                </a:solidFill>
              </a:rPr>
              <a:t>business</a:t>
            </a:r>
            <a:r>
              <a:rPr lang="es-AR" sz="850" dirty="0">
                <a:solidFill>
                  <a:srgbClr val="000000"/>
                </a:solidFill>
              </a:rPr>
              <a:t> </a:t>
            </a:r>
            <a:r>
              <a:rPr lang="es-AR" sz="850" dirty="0" err="1">
                <a:solidFill>
                  <a:srgbClr val="000000"/>
                </a:solidFill>
              </a:rPr>
              <a:t>perspective</a:t>
            </a:r>
            <a:r>
              <a:rPr lang="es-AR" sz="850" dirty="0">
                <a:solidFill>
                  <a:srgbClr val="000000"/>
                </a:solidFill>
              </a:rPr>
              <a:t>, </a:t>
            </a:r>
            <a:r>
              <a:rPr lang="es-AR" sz="850" dirty="0" err="1">
                <a:solidFill>
                  <a:srgbClr val="000000"/>
                </a:solidFill>
              </a:rPr>
              <a:t>the</a:t>
            </a:r>
            <a:r>
              <a:rPr lang="es-AR" sz="850" dirty="0">
                <a:solidFill>
                  <a:srgbClr val="000000"/>
                </a:solidFill>
              </a:rPr>
              <a:t> </a:t>
            </a:r>
            <a:r>
              <a:rPr lang="es-AR" sz="850" dirty="0" err="1">
                <a:solidFill>
                  <a:srgbClr val="000000"/>
                </a:solidFill>
              </a:rPr>
              <a:t>solution</a:t>
            </a:r>
            <a:r>
              <a:rPr lang="es-AR" sz="850" dirty="0">
                <a:solidFill>
                  <a:srgbClr val="000000"/>
                </a:solidFill>
              </a:rPr>
              <a:t> </a:t>
            </a:r>
            <a:r>
              <a:rPr lang="es-AR" sz="850" dirty="0" err="1">
                <a:solidFill>
                  <a:srgbClr val="000000"/>
                </a:solidFill>
              </a:rPr>
              <a:t>centralizes</a:t>
            </a:r>
            <a:r>
              <a:rPr lang="es-AR" sz="850" dirty="0">
                <a:solidFill>
                  <a:srgbClr val="000000"/>
                </a:solidFill>
              </a:rPr>
              <a:t> </a:t>
            </a:r>
            <a:r>
              <a:rPr lang="es-AR" sz="850" dirty="0" err="1">
                <a:solidFill>
                  <a:srgbClr val="000000"/>
                </a:solidFill>
              </a:rPr>
              <a:t>tax-related</a:t>
            </a:r>
            <a:r>
              <a:rPr lang="es-AR" sz="850" dirty="0">
                <a:solidFill>
                  <a:srgbClr val="000000"/>
                </a:solidFill>
              </a:rPr>
              <a:t> </a:t>
            </a:r>
            <a:r>
              <a:rPr lang="es-AR" sz="850" dirty="0" err="1">
                <a:solidFill>
                  <a:srgbClr val="000000"/>
                </a:solidFill>
              </a:rPr>
              <a:t>support</a:t>
            </a:r>
            <a:r>
              <a:rPr lang="es-AR" sz="850" dirty="0">
                <a:solidFill>
                  <a:srgbClr val="000000"/>
                </a:solidFill>
              </a:rPr>
              <a:t> </a:t>
            </a:r>
            <a:r>
              <a:rPr lang="es-AR" sz="850" dirty="0" err="1">
                <a:solidFill>
                  <a:srgbClr val="000000"/>
                </a:solidFill>
              </a:rPr>
              <a:t>into</a:t>
            </a:r>
            <a:r>
              <a:rPr lang="es-AR" sz="850" dirty="0">
                <a:solidFill>
                  <a:srgbClr val="000000"/>
                </a:solidFill>
              </a:rPr>
              <a:t> a single </a:t>
            </a:r>
            <a:r>
              <a:rPr lang="es-AR" sz="850" dirty="0" err="1">
                <a:solidFill>
                  <a:srgbClr val="000000"/>
                </a:solidFill>
              </a:rPr>
              <a:t>interaction</a:t>
            </a:r>
            <a:r>
              <a:rPr lang="es-AR" sz="850" dirty="0">
                <a:solidFill>
                  <a:srgbClr val="000000"/>
                </a:solidFill>
              </a:rPr>
              <a:t> </a:t>
            </a:r>
            <a:r>
              <a:rPr lang="es-AR" sz="850" dirty="0" err="1">
                <a:solidFill>
                  <a:srgbClr val="000000"/>
                </a:solidFill>
              </a:rPr>
              <a:t>channel</a:t>
            </a:r>
            <a:r>
              <a:rPr lang="es-AR" sz="850" dirty="0">
                <a:solidFill>
                  <a:srgbClr val="000000"/>
                </a:solidFill>
              </a:rPr>
              <a:t>, </a:t>
            </a:r>
            <a:r>
              <a:rPr lang="es-AR" sz="850" dirty="0" err="1">
                <a:solidFill>
                  <a:srgbClr val="000000"/>
                </a:solidFill>
              </a:rPr>
              <a:t>reducing</a:t>
            </a:r>
            <a:r>
              <a:rPr lang="es-AR" sz="850" dirty="0">
                <a:solidFill>
                  <a:srgbClr val="000000"/>
                </a:solidFill>
              </a:rPr>
              <a:t> </a:t>
            </a:r>
            <a:r>
              <a:rPr lang="es-AR" sz="850" dirty="0" err="1">
                <a:solidFill>
                  <a:srgbClr val="000000"/>
                </a:solidFill>
              </a:rPr>
              <a:t>friction</a:t>
            </a:r>
            <a:r>
              <a:rPr lang="es-AR" sz="850" dirty="0">
                <a:solidFill>
                  <a:srgbClr val="000000"/>
                </a:solidFill>
              </a:rPr>
              <a:t> </a:t>
            </a:r>
            <a:r>
              <a:rPr lang="es-AR" sz="850" dirty="0" err="1">
                <a:solidFill>
                  <a:srgbClr val="000000"/>
                </a:solidFill>
              </a:rPr>
              <a:t>for</a:t>
            </a:r>
            <a:r>
              <a:rPr lang="es-AR" sz="850" dirty="0">
                <a:solidFill>
                  <a:srgbClr val="000000"/>
                </a:solidFill>
              </a:rPr>
              <a:t> </a:t>
            </a:r>
            <a:r>
              <a:rPr lang="es-AR" sz="850" dirty="0" err="1">
                <a:solidFill>
                  <a:srgbClr val="000000"/>
                </a:solidFill>
              </a:rPr>
              <a:t>taxpayers</a:t>
            </a:r>
            <a:r>
              <a:rPr lang="es-AR" sz="850" dirty="0">
                <a:solidFill>
                  <a:srgbClr val="000000"/>
                </a:solidFill>
              </a:rPr>
              <a:t> and </a:t>
            </a:r>
            <a:r>
              <a:rPr lang="es-AR" sz="850" dirty="0" err="1">
                <a:solidFill>
                  <a:srgbClr val="000000"/>
                </a:solidFill>
              </a:rPr>
              <a:t>helping</a:t>
            </a:r>
            <a:r>
              <a:rPr lang="es-AR" sz="850" dirty="0">
                <a:solidFill>
                  <a:srgbClr val="000000"/>
                </a:solidFill>
              </a:rPr>
              <a:t> </a:t>
            </a:r>
            <a:r>
              <a:rPr lang="es-AR" sz="850" dirty="0" err="1">
                <a:solidFill>
                  <a:srgbClr val="000000"/>
                </a:solidFill>
              </a:rPr>
              <a:t>streamline</a:t>
            </a:r>
            <a:r>
              <a:rPr lang="es-AR" sz="850" dirty="0">
                <a:solidFill>
                  <a:srgbClr val="000000"/>
                </a:solidFill>
              </a:rPr>
              <a:t> </a:t>
            </a:r>
            <a:r>
              <a:rPr lang="es-AR" sz="850" dirty="0" err="1">
                <a:solidFill>
                  <a:srgbClr val="000000"/>
                </a:solidFill>
              </a:rPr>
              <a:t>demand</a:t>
            </a:r>
            <a:r>
              <a:rPr lang="es-AR" sz="850" dirty="0">
                <a:solidFill>
                  <a:srgbClr val="000000"/>
                </a:solidFill>
              </a:rPr>
              <a:t> </a:t>
            </a:r>
            <a:r>
              <a:rPr lang="es-AR" sz="850" dirty="0" err="1">
                <a:solidFill>
                  <a:srgbClr val="000000"/>
                </a:solidFill>
              </a:rPr>
              <a:t>on</a:t>
            </a:r>
            <a:r>
              <a:rPr lang="es-AR" sz="850" dirty="0">
                <a:solidFill>
                  <a:srgbClr val="000000"/>
                </a:solidFill>
              </a:rPr>
              <a:t> </a:t>
            </a:r>
            <a:r>
              <a:rPr lang="es-AR" sz="850" dirty="0" err="1">
                <a:solidFill>
                  <a:srgbClr val="000000"/>
                </a:solidFill>
              </a:rPr>
              <a:t>traditional</a:t>
            </a:r>
            <a:r>
              <a:rPr lang="es-AR" sz="850" dirty="0">
                <a:solidFill>
                  <a:srgbClr val="000000"/>
                </a:solidFill>
              </a:rPr>
              <a:t> </a:t>
            </a:r>
            <a:r>
              <a:rPr lang="es-AR" sz="850" dirty="0" err="1">
                <a:solidFill>
                  <a:srgbClr val="000000"/>
                </a:solidFill>
              </a:rPr>
              <a:t>service</a:t>
            </a:r>
            <a:r>
              <a:rPr lang="es-AR" sz="850" dirty="0">
                <a:solidFill>
                  <a:srgbClr val="000000"/>
                </a:solidFill>
              </a:rPr>
              <a:t> </a:t>
            </a:r>
            <a:r>
              <a:rPr lang="es-AR" sz="850" dirty="0" err="1">
                <a:solidFill>
                  <a:srgbClr val="000000"/>
                </a:solidFill>
              </a:rPr>
              <a:t>channels</a:t>
            </a:r>
            <a:r>
              <a:rPr lang="es-AR" sz="850" dirty="0">
                <a:solidFill>
                  <a:srgbClr val="000000"/>
                </a:solidFill>
              </a:rPr>
              <a:t>. </a:t>
            </a:r>
            <a:r>
              <a:rPr lang="es-AR" sz="850" dirty="0" err="1">
                <a:solidFill>
                  <a:srgbClr val="000000"/>
                </a:solidFill>
              </a:rPr>
              <a:t>It</a:t>
            </a:r>
            <a:r>
              <a:rPr lang="es-AR" sz="850" dirty="0">
                <a:solidFill>
                  <a:srgbClr val="000000"/>
                </a:solidFill>
              </a:rPr>
              <a:t> </a:t>
            </a:r>
            <a:r>
              <a:rPr lang="es-AR" sz="850" dirty="0" err="1">
                <a:solidFill>
                  <a:srgbClr val="000000"/>
                </a:solidFill>
              </a:rPr>
              <a:t>supports</a:t>
            </a:r>
            <a:r>
              <a:rPr lang="es-AR" sz="850" dirty="0">
                <a:solidFill>
                  <a:srgbClr val="000000"/>
                </a:solidFill>
              </a:rPr>
              <a:t> </a:t>
            </a:r>
            <a:r>
              <a:rPr lang="es-AR" sz="850" dirty="0" err="1">
                <a:solidFill>
                  <a:srgbClr val="000000"/>
                </a:solidFill>
              </a:rPr>
              <a:t>both</a:t>
            </a:r>
            <a:r>
              <a:rPr lang="es-AR" sz="850" dirty="0">
                <a:solidFill>
                  <a:srgbClr val="000000"/>
                </a:solidFill>
              </a:rPr>
              <a:t> </a:t>
            </a:r>
            <a:r>
              <a:rPr lang="es-AR" sz="850" dirty="0" err="1">
                <a:solidFill>
                  <a:srgbClr val="000000"/>
                </a:solidFill>
              </a:rPr>
              <a:t>informational</a:t>
            </a:r>
            <a:r>
              <a:rPr lang="es-AR" sz="850" dirty="0">
                <a:solidFill>
                  <a:srgbClr val="000000"/>
                </a:solidFill>
              </a:rPr>
              <a:t> and </a:t>
            </a:r>
            <a:r>
              <a:rPr lang="es-AR" sz="850" dirty="0" err="1">
                <a:solidFill>
                  <a:srgbClr val="000000"/>
                </a:solidFill>
              </a:rPr>
              <a:t>transactional</a:t>
            </a:r>
            <a:r>
              <a:rPr lang="es-AR" sz="850" dirty="0">
                <a:solidFill>
                  <a:srgbClr val="000000"/>
                </a:solidFill>
              </a:rPr>
              <a:t> </a:t>
            </a:r>
            <a:r>
              <a:rPr lang="es-AR" sz="850" dirty="0" err="1">
                <a:solidFill>
                  <a:srgbClr val="000000"/>
                </a:solidFill>
              </a:rPr>
              <a:t>needs</a:t>
            </a:r>
            <a:r>
              <a:rPr lang="es-AR" sz="850" dirty="0">
                <a:solidFill>
                  <a:srgbClr val="000000"/>
                </a:solidFill>
              </a:rPr>
              <a:t>, </a:t>
            </a:r>
            <a:r>
              <a:rPr lang="es-AR" sz="850" dirty="0" err="1">
                <a:solidFill>
                  <a:srgbClr val="000000"/>
                </a:solidFill>
              </a:rPr>
              <a:t>including</a:t>
            </a:r>
            <a:r>
              <a:rPr lang="es-AR" sz="850" dirty="0">
                <a:solidFill>
                  <a:srgbClr val="000000"/>
                </a:solidFill>
              </a:rPr>
              <a:t> </a:t>
            </a:r>
            <a:r>
              <a:rPr lang="es-AR" sz="850" dirty="0" err="1">
                <a:solidFill>
                  <a:srgbClr val="000000"/>
                </a:solidFill>
              </a:rPr>
              <a:t>queries</a:t>
            </a:r>
            <a:r>
              <a:rPr lang="es-AR" sz="850" dirty="0">
                <a:solidFill>
                  <a:srgbClr val="000000"/>
                </a:solidFill>
              </a:rPr>
              <a:t> </a:t>
            </a:r>
            <a:r>
              <a:rPr lang="es-AR" sz="850" dirty="0" err="1">
                <a:solidFill>
                  <a:srgbClr val="000000"/>
                </a:solidFill>
              </a:rPr>
              <a:t>related</a:t>
            </a:r>
            <a:r>
              <a:rPr lang="es-AR" sz="850" dirty="0">
                <a:solidFill>
                  <a:srgbClr val="000000"/>
                </a:solidFill>
              </a:rPr>
              <a:t> </a:t>
            </a:r>
            <a:r>
              <a:rPr lang="es-AR" sz="850" dirty="0" err="1">
                <a:solidFill>
                  <a:srgbClr val="000000"/>
                </a:solidFill>
              </a:rPr>
              <a:t>to</a:t>
            </a:r>
            <a:r>
              <a:rPr lang="es-AR" sz="850" dirty="0">
                <a:solidFill>
                  <a:srgbClr val="000000"/>
                </a:solidFill>
              </a:rPr>
              <a:t> ABL/Real Estate Tax and </a:t>
            </a:r>
            <a:r>
              <a:rPr lang="es-AR" sz="850" dirty="0" err="1">
                <a:solidFill>
                  <a:srgbClr val="000000"/>
                </a:solidFill>
              </a:rPr>
              <a:t>Vehicle</a:t>
            </a:r>
            <a:r>
              <a:rPr lang="es-AR" sz="850" dirty="0">
                <a:solidFill>
                  <a:srgbClr val="000000"/>
                </a:solidFill>
              </a:rPr>
              <a:t> </a:t>
            </a:r>
            <a:r>
              <a:rPr lang="es-AR" sz="850" dirty="0" err="1">
                <a:solidFill>
                  <a:srgbClr val="000000"/>
                </a:solidFill>
              </a:rPr>
              <a:t>Registration</a:t>
            </a:r>
            <a:r>
              <a:rPr lang="es-AR" sz="850" dirty="0">
                <a:solidFill>
                  <a:srgbClr val="000000"/>
                </a:solidFill>
              </a:rPr>
              <a:t> Tax, </a:t>
            </a:r>
            <a:r>
              <a:rPr lang="es-AR" sz="850" dirty="0" err="1">
                <a:solidFill>
                  <a:srgbClr val="000000"/>
                </a:solidFill>
              </a:rPr>
              <a:t>payment</a:t>
            </a:r>
            <a:r>
              <a:rPr lang="es-AR" sz="850" dirty="0">
                <a:solidFill>
                  <a:srgbClr val="000000"/>
                </a:solidFill>
              </a:rPr>
              <a:t> </a:t>
            </a:r>
            <a:r>
              <a:rPr lang="es-AR" sz="850" dirty="0" err="1">
                <a:solidFill>
                  <a:srgbClr val="000000"/>
                </a:solidFill>
              </a:rPr>
              <a:t>methods</a:t>
            </a:r>
            <a:r>
              <a:rPr lang="es-AR" sz="850" dirty="0">
                <a:solidFill>
                  <a:srgbClr val="000000"/>
                </a:solidFill>
              </a:rPr>
              <a:t>, </a:t>
            </a:r>
            <a:r>
              <a:rPr lang="es-AR" sz="850" dirty="0" err="1">
                <a:solidFill>
                  <a:srgbClr val="000000"/>
                </a:solidFill>
              </a:rPr>
              <a:t>discounts</a:t>
            </a:r>
            <a:r>
              <a:rPr lang="es-AR" sz="850" dirty="0">
                <a:solidFill>
                  <a:srgbClr val="000000"/>
                </a:solidFill>
              </a:rPr>
              <a:t>, </a:t>
            </a:r>
            <a:r>
              <a:rPr lang="es-AR" sz="850" dirty="0" err="1">
                <a:solidFill>
                  <a:srgbClr val="000000"/>
                </a:solidFill>
              </a:rPr>
              <a:t>electronic</a:t>
            </a:r>
            <a:r>
              <a:rPr lang="es-AR" sz="850" dirty="0">
                <a:solidFill>
                  <a:srgbClr val="000000"/>
                </a:solidFill>
              </a:rPr>
              <a:t> </a:t>
            </a:r>
            <a:r>
              <a:rPr lang="es-AR" sz="850" dirty="0" err="1">
                <a:solidFill>
                  <a:srgbClr val="000000"/>
                </a:solidFill>
              </a:rPr>
              <a:t>billing</a:t>
            </a:r>
            <a:r>
              <a:rPr lang="es-AR" sz="850" dirty="0">
                <a:solidFill>
                  <a:srgbClr val="000000"/>
                </a:solidFill>
              </a:rPr>
              <a:t>, </a:t>
            </a:r>
            <a:r>
              <a:rPr lang="es-AR" sz="850" dirty="0" err="1">
                <a:solidFill>
                  <a:srgbClr val="000000"/>
                </a:solidFill>
              </a:rPr>
              <a:t>automatic</a:t>
            </a:r>
            <a:r>
              <a:rPr lang="es-AR" sz="850" dirty="0">
                <a:solidFill>
                  <a:srgbClr val="000000"/>
                </a:solidFill>
              </a:rPr>
              <a:t> </a:t>
            </a:r>
            <a:r>
              <a:rPr lang="es-AR" sz="850" dirty="0" err="1">
                <a:solidFill>
                  <a:srgbClr val="000000"/>
                </a:solidFill>
              </a:rPr>
              <a:t>debit</a:t>
            </a:r>
            <a:r>
              <a:rPr lang="es-AR" sz="850" dirty="0">
                <a:solidFill>
                  <a:srgbClr val="000000"/>
                </a:solidFill>
              </a:rPr>
              <a:t>, </a:t>
            </a:r>
            <a:r>
              <a:rPr lang="es-AR" sz="850" dirty="0" err="1">
                <a:solidFill>
                  <a:srgbClr val="000000"/>
                </a:solidFill>
              </a:rPr>
              <a:t>debt</a:t>
            </a:r>
            <a:r>
              <a:rPr lang="es-AR" sz="850" dirty="0">
                <a:solidFill>
                  <a:srgbClr val="000000"/>
                </a:solidFill>
              </a:rPr>
              <a:t> </a:t>
            </a:r>
            <a:r>
              <a:rPr lang="es-AR" sz="850" dirty="0" err="1">
                <a:solidFill>
                  <a:srgbClr val="000000"/>
                </a:solidFill>
              </a:rPr>
              <a:t>consultation</a:t>
            </a:r>
            <a:r>
              <a:rPr lang="es-AR" sz="850" dirty="0">
                <a:solidFill>
                  <a:srgbClr val="000000"/>
                </a:solidFill>
              </a:rPr>
              <a:t>, </a:t>
            </a:r>
            <a:r>
              <a:rPr lang="es-AR" sz="850" dirty="0" err="1">
                <a:solidFill>
                  <a:srgbClr val="000000"/>
                </a:solidFill>
              </a:rPr>
              <a:t>bill</a:t>
            </a:r>
            <a:r>
              <a:rPr lang="es-AR" sz="850" dirty="0">
                <a:solidFill>
                  <a:srgbClr val="000000"/>
                </a:solidFill>
              </a:rPr>
              <a:t> </a:t>
            </a:r>
            <a:r>
              <a:rPr lang="es-AR" sz="850" dirty="0" err="1">
                <a:solidFill>
                  <a:srgbClr val="000000"/>
                </a:solidFill>
              </a:rPr>
              <a:t>delivery</a:t>
            </a:r>
            <a:r>
              <a:rPr lang="es-AR" sz="850" dirty="0">
                <a:solidFill>
                  <a:srgbClr val="000000"/>
                </a:solidFill>
              </a:rPr>
              <a:t>, and </a:t>
            </a:r>
            <a:r>
              <a:rPr lang="es-AR" sz="850" dirty="0" err="1">
                <a:solidFill>
                  <a:srgbClr val="000000"/>
                </a:solidFill>
              </a:rPr>
              <a:t>payment</a:t>
            </a:r>
            <a:r>
              <a:rPr lang="es-AR" sz="850" dirty="0">
                <a:solidFill>
                  <a:srgbClr val="000000"/>
                </a:solidFill>
              </a:rPr>
              <a:t> link </a:t>
            </a:r>
            <a:r>
              <a:rPr lang="es-AR" sz="850" dirty="0" err="1">
                <a:solidFill>
                  <a:srgbClr val="000000"/>
                </a:solidFill>
              </a:rPr>
              <a:t>generation</a:t>
            </a:r>
            <a:r>
              <a:rPr lang="es-AR" sz="850" dirty="0">
                <a:solidFill>
                  <a:srgbClr val="000000"/>
                </a:solidFill>
              </a:rPr>
              <a:t>.</a:t>
            </a:r>
          </a:p>
          <a:p>
            <a:r>
              <a:rPr lang="es-AR" sz="850" dirty="0">
                <a:solidFill>
                  <a:srgbClr val="000000"/>
                </a:solidFill>
              </a:rPr>
              <a:t>The </a:t>
            </a:r>
            <a:r>
              <a:rPr lang="es-AR" sz="850" dirty="0" err="1">
                <a:solidFill>
                  <a:srgbClr val="000000"/>
                </a:solidFill>
              </a:rPr>
              <a:t>implementation</a:t>
            </a:r>
            <a:r>
              <a:rPr lang="es-AR" sz="850" dirty="0">
                <a:solidFill>
                  <a:srgbClr val="000000"/>
                </a:solidFill>
              </a:rPr>
              <a:t> </a:t>
            </a:r>
            <a:r>
              <a:rPr lang="es-AR" sz="850" dirty="0" err="1">
                <a:solidFill>
                  <a:srgbClr val="000000"/>
                </a:solidFill>
              </a:rPr>
              <a:t>successfully</a:t>
            </a:r>
            <a:r>
              <a:rPr lang="es-AR" sz="850" dirty="0">
                <a:solidFill>
                  <a:srgbClr val="000000"/>
                </a:solidFill>
              </a:rPr>
              <a:t> </a:t>
            </a:r>
            <a:r>
              <a:rPr lang="es-AR" sz="850" dirty="0" err="1">
                <a:solidFill>
                  <a:srgbClr val="000000"/>
                </a:solidFill>
              </a:rPr>
              <a:t>demonstrated</a:t>
            </a:r>
            <a:r>
              <a:rPr lang="es-AR" sz="850" dirty="0">
                <a:solidFill>
                  <a:srgbClr val="000000"/>
                </a:solidFill>
              </a:rPr>
              <a:t> </a:t>
            </a:r>
            <a:r>
              <a:rPr lang="es-AR" sz="850" dirty="0" err="1">
                <a:solidFill>
                  <a:srgbClr val="000000"/>
                </a:solidFill>
              </a:rPr>
              <a:t>the</a:t>
            </a:r>
            <a:r>
              <a:rPr lang="es-AR" sz="850" dirty="0">
                <a:solidFill>
                  <a:srgbClr val="000000"/>
                </a:solidFill>
              </a:rPr>
              <a:t> </a:t>
            </a:r>
            <a:r>
              <a:rPr lang="es-AR" sz="850" dirty="0" err="1">
                <a:solidFill>
                  <a:srgbClr val="000000"/>
                </a:solidFill>
              </a:rPr>
              <a:t>solution’s</a:t>
            </a:r>
            <a:r>
              <a:rPr lang="es-AR" sz="850" dirty="0">
                <a:solidFill>
                  <a:srgbClr val="000000"/>
                </a:solidFill>
              </a:rPr>
              <a:t> </a:t>
            </a:r>
            <a:r>
              <a:rPr lang="es-AR" sz="850" dirty="0" err="1">
                <a:solidFill>
                  <a:srgbClr val="000000"/>
                </a:solidFill>
              </a:rPr>
              <a:t>ability</a:t>
            </a:r>
            <a:r>
              <a:rPr lang="es-AR" sz="850" dirty="0">
                <a:solidFill>
                  <a:srgbClr val="000000"/>
                </a:solidFill>
              </a:rPr>
              <a:t> </a:t>
            </a:r>
            <a:r>
              <a:rPr lang="es-AR" sz="850" dirty="0" err="1">
                <a:solidFill>
                  <a:srgbClr val="000000"/>
                </a:solidFill>
              </a:rPr>
              <a:t>to</a:t>
            </a:r>
            <a:r>
              <a:rPr lang="es-AR" sz="850" dirty="0">
                <a:solidFill>
                  <a:srgbClr val="000000"/>
                </a:solidFill>
              </a:rPr>
              <a:t> </a:t>
            </a:r>
            <a:r>
              <a:rPr lang="es-AR" sz="850" dirty="0" err="1">
                <a:solidFill>
                  <a:srgbClr val="000000"/>
                </a:solidFill>
              </a:rPr>
              <a:t>support</a:t>
            </a:r>
            <a:r>
              <a:rPr lang="es-AR" sz="850" dirty="0">
                <a:solidFill>
                  <a:srgbClr val="000000"/>
                </a:solidFill>
              </a:rPr>
              <a:t> </a:t>
            </a:r>
            <a:r>
              <a:rPr lang="es-AR" sz="850" dirty="0" err="1">
                <a:solidFill>
                  <a:srgbClr val="000000"/>
                </a:solidFill>
              </a:rPr>
              <a:t>taxpayers</a:t>
            </a:r>
            <a:r>
              <a:rPr lang="es-AR" sz="850" dirty="0">
                <a:solidFill>
                  <a:srgbClr val="000000"/>
                </a:solidFill>
              </a:rPr>
              <a:t> </a:t>
            </a:r>
            <a:r>
              <a:rPr lang="es-AR" sz="850" dirty="0" err="1">
                <a:solidFill>
                  <a:srgbClr val="000000"/>
                </a:solidFill>
              </a:rPr>
              <a:t>accurately</a:t>
            </a:r>
            <a:r>
              <a:rPr lang="es-AR" sz="850" dirty="0">
                <a:solidFill>
                  <a:srgbClr val="000000"/>
                </a:solidFill>
              </a:rPr>
              <a:t> and </a:t>
            </a:r>
            <a:r>
              <a:rPr lang="es-AR" sz="850" dirty="0" err="1">
                <a:solidFill>
                  <a:srgbClr val="000000"/>
                </a:solidFill>
              </a:rPr>
              <a:t>efficiently</a:t>
            </a:r>
            <a:r>
              <a:rPr lang="es-AR" sz="850" dirty="0">
                <a:solidFill>
                  <a:srgbClr val="000000"/>
                </a:solidFill>
              </a:rPr>
              <a:t> </a:t>
            </a:r>
            <a:r>
              <a:rPr lang="es-AR" sz="850" dirty="0" err="1">
                <a:solidFill>
                  <a:srgbClr val="000000"/>
                </a:solidFill>
              </a:rPr>
              <a:t>across</a:t>
            </a:r>
            <a:r>
              <a:rPr lang="es-AR" sz="850" dirty="0">
                <a:solidFill>
                  <a:srgbClr val="000000"/>
                </a:solidFill>
              </a:rPr>
              <a:t> </a:t>
            </a:r>
            <a:r>
              <a:rPr lang="es-AR" sz="850" dirty="0" err="1">
                <a:solidFill>
                  <a:srgbClr val="000000"/>
                </a:solidFill>
              </a:rPr>
              <a:t>common</a:t>
            </a:r>
            <a:r>
              <a:rPr lang="es-AR" sz="850" dirty="0">
                <a:solidFill>
                  <a:srgbClr val="000000"/>
                </a:solidFill>
              </a:rPr>
              <a:t> </a:t>
            </a:r>
            <a:r>
              <a:rPr lang="es-AR" sz="850" dirty="0" err="1">
                <a:solidFill>
                  <a:srgbClr val="000000"/>
                </a:solidFill>
              </a:rPr>
              <a:t>service</a:t>
            </a:r>
            <a:r>
              <a:rPr lang="es-AR" sz="850" dirty="0">
                <a:solidFill>
                  <a:srgbClr val="000000"/>
                </a:solidFill>
              </a:rPr>
              <a:t> </a:t>
            </a:r>
            <a:r>
              <a:rPr lang="es-AR" sz="850" dirty="0" err="1">
                <a:solidFill>
                  <a:srgbClr val="000000"/>
                </a:solidFill>
              </a:rPr>
              <a:t>scenarios</a:t>
            </a:r>
            <a:r>
              <a:rPr lang="es-AR" sz="850" dirty="0">
                <a:solidFill>
                  <a:srgbClr val="000000"/>
                </a:solidFill>
              </a:rPr>
              <a:t>. The </a:t>
            </a:r>
            <a:r>
              <a:rPr lang="es-AR" sz="850" dirty="0" err="1">
                <a:solidFill>
                  <a:srgbClr val="000000"/>
                </a:solidFill>
              </a:rPr>
              <a:t>client</a:t>
            </a:r>
            <a:r>
              <a:rPr lang="es-AR" sz="850" dirty="0">
                <a:solidFill>
                  <a:srgbClr val="000000"/>
                </a:solidFill>
              </a:rPr>
              <a:t> </a:t>
            </a:r>
            <a:r>
              <a:rPr lang="es-AR" sz="850" dirty="0" err="1">
                <a:solidFill>
                  <a:srgbClr val="000000"/>
                </a:solidFill>
              </a:rPr>
              <a:t>validated</a:t>
            </a:r>
            <a:r>
              <a:rPr lang="es-AR" sz="850" dirty="0">
                <a:solidFill>
                  <a:srgbClr val="000000"/>
                </a:solidFill>
              </a:rPr>
              <a:t> </a:t>
            </a:r>
            <a:r>
              <a:rPr lang="es-AR" sz="850" dirty="0" err="1">
                <a:solidFill>
                  <a:srgbClr val="000000"/>
                </a:solidFill>
              </a:rPr>
              <a:t>the</a:t>
            </a:r>
            <a:r>
              <a:rPr lang="es-AR" sz="850" dirty="0">
                <a:solidFill>
                  <a:srgbClr val="000000"/>
                </a:solidFill>
              </a:rPr>
              <a:t> </a:t>
            </a:r>
            <a:r>
              <a:rPr lang="es-AR" sz="850" dirty="0" err="1">
                <a:solidFill>
                  <a:srgbClr val="000000"/>
                </a:solidFill>
              </a:rPr>
              <a:t>approach</a:t>
            </a:r>
            <a:r>
              <a:rPr lang="es-AR" sz="850" dirty="0">
                <a:solidFill>
                  <a:srgbClr val="000000"/>
                </a:solidFill>
              </a:rPr>
              <a:t> and </a:t>
            </a:r>
            <a:r>
              <a:rPr lang="es-AR" sz="850" dirty="0" err="1">
                <a:solidFill>
                  <a:srgbClr val="000000"/>
                </a:solidFill>
              </a:rPr>
              <a:t>found</a:t>
            </a:r>
            <a:r>
              <a:rPr lang="es-AR" sz="850" dirty="0">
                <a:solidFill>
                  <a:srgbClr val="000000"/>
                </a:solidFill>
              </a:rPr>
              <a:t> </a:t>
            </a:r>
            <a:r>
              <a:rPr lang="es-AR" sz="850" dirty="0" err="1">
                <a:solidFill>
                  <a:srgbClr val="000000"/>
                </a:solidFill>
              </a:rPr>
              <a:t>it</a:t>
            </a:r>
            <a:r>
              <a:rPr lang="es-AR" sz="850" dirty="0">
                <a:solidFill>
                  <a:srgbClr val="000000"/>
                </a:solidFill>
              </a:rPr>
              <a:t> </a:t>
            </a:r>
            <a:r>
              <a:rPr lang="es-AR" sz="850" dirty="0" err="1">
                <a:solidFill>
                  <a:srgbClr val="000000"/>
                </a:solidFill>
              </a:rPr>
              <a:t>aligned</a:t>
            </a:r>
            <a:r>
              <a:rPr lang="es-AR" sz="850" dirty="0">
                <a:solidFill>
                  <a:srgbClr val="000000"/>
                </a:solidFill>
              </a:rPr>
              <a:t> </a:t>
            </a:r>
            <a:r>
              <a:rPr lang="es-AR" sz="850" dirty="0" err="1">
                <a:solidFill>
                  <a:srgbClr val="000000"/>
                </a:solidFill>
              </a:rPr>
              <a:t>with</a:t>
            </a:r>
            <a:r>
              <a:rPr lang="es-AR" sz="850" dirty="0">
                <a:solidFill>
                  <a:srgbClr val="000000"/>
                </a:solidFill>
              </a:rPr>
              <a:t> </a:t>
            </a:r>
            <a:r>
              <a:rPr lang="es-AR" sz="850" dirty="0" err="1">
                <a:solidFill>
                  <a:srgbClr val="000000"/>
                </a:solidFill>
              </a:rPr>
              <a:t>both</a:t>
            </a:r>
            <a:r>
              <a:rPr lang="es-AR" sz="850" dirty="0">
                <a:solidFill>
                  <a:srgbClr val="000000"/>
                </a:solidFill>
              </a:rPr>
              <a:t> </a:t>
            </a:r>
            <a:r>
              <a:rPr lang="es-AR" sz="850" dirty="0" err="1">
                <a:solidFill>
                  <a:srgbClr val="000000"/>
                </a:solidFill>
              </a:rPr>
              <a:t>operational</a:t>
            </a:r>
            <a:r>
              <a:rPr lang="es-AR" sz="850" dirty="0">
                <a:solidFill>
                  <a:srgbClr val="000000"/>
                </a:solidFill>
              </a:rPr>
              <a:t> </a:t>
            </a:r>
            <a:r>
              <a:rPr lang="es-AR" sz="850" dirty="0" err="1">
                <a:solidFill>
                  <a:srgbClr val="000000"/>
                </a:solidFill>
              </a:rPr>
              <a:t>needs</a:t>
            </a:r>
            <a:r>
              <a:rPr lang="es-AR" sz="850" dirty="0">
                <a:solidFill>
                  <a:srgbClr val="000000"/>
                </a:solidFill>
              </a:rPr>
              <a:t> and </a:t>
            </a:r>
            <a:r>
              <a:rPr lang="es-AR" sz="850" dirty="0" err="1">
                <a:solidFill>
                  <a:srgbClr val="000000"/>
                </a:solidFill>
              </a:rPr>
              <a:t>user</a:t>
            </a:r>
            <a:r>
              <a:rPr lang="es-AR" sz="850" dirty="0">
                <a:solidFill>
                  <a:srgbClr val="000000"/>
                </a:solidFill>
              </a:rPr>
              <a:t> </a:t>
            </a:r>
            <a:r>
              <a:rPr lang="es-AR" sz="850" dirty="0" err="1">
                <a:solidFill>
                  <a:srgbClr val="000000"/>
                </a:solidFill>
              </a:rPr>
              <a:t>experience</a:t>
            </a:r>
            <a:r>
              <a:rPr lang="es-AR" sz="850" dirty="0">
                <a:solidFill>
                  <a:srgbClr val="000000"/>
                </a:solidFill>
              </a:rPr>
              <a:t> </a:t>
            </a:r>
            <a:r>
              <a:rPr lang="es-AR" sz="850" dirty="0" err="1">
                <a:solidFill>
                  <a:srgbClr val="000000"/>
                </a:solidFill>
              </a:rPr>
              <a:t>expectations</a:t>
            </a:r>
            <a:r>
              <a:rPr lang="es-AR" sz="850" dirty="0">
                <a:solidFill>
                  <a:srgbClr val="000000"/>
                </a:solidFill>
              </a:rPr>
              <a:t>.</a:t>
            </a:r>
          </a:p>
          <a:p>
            <a:endParaRPr lang="es-AR" sz="850" dirty="0"/>
          </a:p>
        </p:txBody>
      </p:sp>
      <p:sp>
        <p:nvSpPr>
          <p:cNvPr id="1188" name="Text Placeholder 2"/>
          <p:cNvSpPr txBox="1"/>
          <p:nvPr/>
        </p:nvSpPr>
        <p:spPr>
          <a:xfrm>
            <a:off x="288002" y="941457"/>
            <a:ext cx="5023621" cy="27436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nchor="t">
            <a:normAutofit fontScale="85000" lnSpcReduction="10000"/>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914355"/>
            <a:r>
              <a:rPr lang="es-AR" sz="1600" b="1" dirty="0">
                <a:solidFill>
                  <a:srgbClr val="002060"/>
                </a:solidFill>
              </a:rPr>
              <a:t>AI Agent </a:t>
            </a:r>
            <a:r>
              <a:rPr lang="es-AR" sz="1600" b="1" dirty="0" err="1">
                <a:solidFill>
                  <a:srgbClr val="002060"/>
                </a:solidFill>
              </a:rPr>
              <a:t>for</a:t>
            </a:r>
            <a:r>
              <a:rPr lang="es-AR" sz="1600" b="1" dirty="0">
                <a:solidFill>
                  <a:srgbClr val="002060"/>
                </a:solidFill>
              </a:rPr>
              <a:t> Self-Service Bill Management and </a:t>
            </a:r>
            <a:r>
              <a:rPr lang="es-AR" sz="1600" b="1" dirty="0" err="1">
                <a:solidFill>
                  <a:srgbClr val="002060"/>
                </a:solidFill>
              </a:rPr>
              <a:t>Payments</a:t>
            </a:r>
            <a:endParaRPr lang="en-US" sz="1275" b="1" dirty="0">
              <a:solidFill>
                <a:srgbClr val="002060"/>
              </a:solidFill>
            </a:endParaRPr>
          </a:p>
        </p:txBody>
      </p:sp>
      <p:sp>
        <p:nvSpPr>
          <p:cNvPr id="1189" name="Text Placeholder 10"/>
          <p:cNvSpPr txBox="1"/>
          <p:nvPr/>
        </p:nvSpPr>
        <p:spPr>
          <a:xfrm>
            <a:off x="288000" y="514367"/>
            <a:ext cx="5529624" cy="121828"/>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571472">
              <a:lnSpc>
                <a:spcPts val="1000"/>
              </a:lnSpc>
              <a:spcBef>
                <a:spcPts val="400"/>
              </a:spcBef>
              <a:defRPr sz="800" b="1">
                <a:solidFill>
                  <a:srgbClr val="000000"/>
                </a:solidFill>
                <a:latin typeface="+mn-lt"/>
                <a:ea typeface="+mn-ea"/>
                <a:cs typeface="+mn-cs"/>
                <a:sym typeface="IBM Plex Sans"/>
              </a:defRPr>
            </a:pPr>
            <a:r>
              <a:rPr sz="788" b="1" dirty="0">
                <a:solidFill>
                  <a:srgbClr val="000000"/>
                </a:solidFill>
              </a:rPr>
              <a:t>I</a:t>
            </a:r>
            <a:r>
              <a:rPr sz="788" dirty="0">
                <a:solidFill>
                  <a:srgbClr val="000000"/>
                </a:solidFill>
                <a:latin typeface="IBM Plex Sans Medm"/>
                <a:ea typeface="IBM Plex Sans Medm"/>
                <a:cs typeface="IBM Plex Sans Medm"/>
                <a:sym typeface="IBM Plex Sans Medium"/>
              </a:rPr>
              <a:t>ndustry</a:t>
            </a:r>
            <a:r>
              <a:rPr sz="788" dirty="0">
                <a:solidFill>
                  <a:srgbClr val="000000"/>
                </a:solidFill>
                <a:latin typeface="IBM Plex Sans Light"/>
              </a:rPr>
              <a:t>: </a:t>
            </a:r>
            <a:r>
              <a:rPr lang="es-ES" sz="788" b="1" dirty="0" err="1">
                <a:solidFill>
                  <a:srgbClr val="000000"/>
                </a:solidFill>
                <a:latin typeface="IBM Plex Sans Light"/>
              </a:rPr>
              <a:t>Government</a:t>
            </a:r>
            <a:r>
              <a:rPr lang="es-ES" sz="788" b="1" dirty="0">
                <a:solidFill>
                  <a:srgbClr val="000000"/>
                </a:solidFill>
                <a:latin typeface="IBM Plex Sans Light"/>
              </a:rPr>
              <a:t> </a:t>
            </a:r>
            <a:r>
              <a:rPr sz="788" dirty="0">
                <a:solidFill>
                  <a:srgbClr val="000000"/>
                </a:solidFill>
                <a:latin typeface="IBM Plex Sans Light"/>
              </a:rPr>
              <a:t>| </a:t>
            </a:r>
            <a:r>
              <a:rPr sz="788" dirty="0">
                <a:solidFill>
                  <a:srgbClr val="000000"/>
                </a:solidFill>
                <a:latin typeface="IBM Plex Sans Medm"/>
                <a:ea typeface="IBM Plex Sans Medm"/>
                <a:cs typeface="IBM Plex Sans Medm"/>
                <a:sym typeface="IBM Plex Sans Medium"/>
              </a:rPr>
              <a:t>Market</a:t>
            </a:r>
            <a:r>
              <a:rPr sz="788" dirty="0">
                <a:solidFill>
                  <a:srgbClr val="000000"/>
                </a:solidFill>
                <a:latin typeface="IBM Plex Sans Light"/>
              </a:rPr>
              <a:t>: </a:t>
            </a:r>
            <a:r>
              <a:rPr lang="es-ES" sz="788" dirty="0">
                <a:solidFill>
                  <a:srgbClr val="000000"/>
                </a:solidFill>
                <a:latin typeface="IBM Plex Sans Light"/>
              </a:rPr>
              <a:t>Argentina</a:t>
            </a:r>
            <a:endParaRPr lang="de-DE" sz="788" b="1" dirty="0">
              <a:solidFill>
                <a:srgbClr val="000000"/>
              </a:solidFill>
              <a:latin typeface="IBM Plex Sans Light"/>
              <a:ea typeface="IBM Plex Sans Medm"/>
              <a:cs typeface="Helvetica"/>
            </a:endParaRPr>
          </a:p>
        </p:txBody>
      </p:sp>
      <p:sp>
        <p:nvSpPr>
          <p:cNvPr id="1190" name="Deutsche Bank"/>
          <p:cNvSpPr txBox="1"/>
          <p:nvPr/>
        </p:nvSpPr>
        <p:spPr>
          <a:xfrm>
            <a:off x="298487" y="172763"/>
            <a:ext cx="5126938" cy="265457"/>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0" tIns="0" rIns="0" bIns="0" anchor="t">
            <a:sp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914355"/>
            <a:r>
              <a:rPr lang="es-ES" sz="1725" dirty="0">
                <a:solidFill>
                  <a:srgbClr val="00B050"/>
                </a:solidFill>
              </a:rPr>
              <a:t>AGIP</a:t>
            </a:r>
            <a:endParaRPr lang="en-US" sz="1300" dirty="0">
              <a:solidFill>
                <a:srgbClr val="00B050"/>
              </a:solidFill>
            </a:endParaRPr>
          </a:p>
        </p:txBody>
      </p:sp>
      <p:sp>
        <p:nvSpPr>
          <p:cNvPr id="2" name="Textfeld 1">
            <a:extLst>
              <a:ext uri="{FF2B5EF4-FFF2-40B4-BE49-F238E27FC236}">
                <a16:creationId xmlns:a16="http://schemas.microsoft.com/office/drawing/2014/main" id="{4DA7F848-BC00-1A7A-69C9-F2AF45FA5FF4}"/>
              </a:ext>
            </a:extLst>
          </p:cNvPr>
          <p:cNvSpPr txBox="1"/>
          <p:nvPr/>
        </p:nvSpPr>
        <p:spPr>
          <a:xfrm>
            <a:off x="6210809" y="82581"/>
            <a:ext cx="2398005" cy="210699"/>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lIns="68580" tIns="34290" rIns="68580" bIns="34290" anchor="t">
            <a:sp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12700">
              <a:lnSpc>
                <a:spcPts val="1200"/>
              </a:lnSpc>
              <a:spcBef>
                <a:spcPts val="100"/>
              </a:spcBef>
              <a:defRPr sz="800">
                <a:latin typeface="IBM Plex Sans Medm"/>
                <a:ea typeface="IBM Plex Sans Medm"/>
                <a:cs typeface="IBM Plex Sans Medm"/>
                <a:sym typeface="IBM Plex Sans Medium"/>
              </a:defRPr>
            </a:pPr>
            <a:r>
              <a:rPr lang="de-DE" sz="800" b="1" dirty="0">
                <a:latin typeface="IBM Plex Sans Medm"/>
                <a:sym typeface="IBM Plex Sans Medium"/>
              </a:rPr>
              <a:t>Value and Impact </a:t>
            </a:r>
            <a:r>
              <a:rPr lang="de-DE" sz="800" b="1" dirty="0" err="1">
                <a:latin typeface="IBM Plex Sans Medm"/>
                <a:sym typeface="IBM Plex Sans Medium"/>
              </a:rPr>
              <a:t>of</a:t>
            </a:r>
            <a:r>
              <a:rPr lang="de-DE" sz="800" b="1" dirty="0">
                <a:latin typeface="IBM Plex Sans Medm"/>
                <a:sym typeface="IBM Plex Sans Medium"/>
              </a:rPr>
              <a:t> Outcomes </a:t>
            </a:r>
            <a:r>
              <a:rPr lang="de-DE" sz="800" b="1" dirty="0" err="1">
                <a:latin typeface="IBM Plex Sans Medm"/>
                <a:sym typeface="IBM Plex Sans Medium"/>
              </a:rPr>
              <a:t>for</a:t>
            </a:r>
            <a:r>
              <a:rPr lang="de-DE" sz="800" b="1" dirty="0">
                <a:latin typeface="IBM Plex Sans Medm"/>
                <a:sym typeface="IBM Plex Sans Medium"/>
              </a:rPr>
              <a:t> </a:t>
            </a:r>
            <a:r>
              <a:rPr lang="de-DE" sz="800" b="1" dirty="0" err="1">
                <a:latin typeface="IBM Plex Sans Medm"/>
                <a:sym typeface="IBM Plex Sans Medium"/>
              </a:rPr>
              <a:t>customers</a:t>
            </a:r>
            <a:endParaRPr lang="de-DE" sz="800" b="1" dirty="0">
              <a:latin typeface="IBM Plex Sans Light"/>
            </a:endParaRPr>
          </a:p>
        </p:txBody>
      </p:sp>
      <p:sp>
        <p:nvSpPr>
          <p:cNvPr id="5" name="Text Placeholder 10">
            <a:extLst>
              <a:ext uri="{FF2B5EF4-FFF2-40B4-BE49-F238E27FC236}">
                <a16:creationId xmlns:a16="http://schemas.microsoft.com/office/drawing/2014/main" id="{7F416DAE-9ACA-4158-7579-D720B602F919}"/>
              </a:ext>
            </a:extLst>
          </p:cNvPr>
          <p:cNvSpPr/>
          <p:nvPr/>
        </p:nvSpPr>
        <p:spPr>
          <a:xfrm>
            <a:off x="6239543" y="4084553"/>
            <a:ext cx="1692844" cy="144594"/>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0" tIns="0" rIns="0" bIns="0"/>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12700">
              <a:lnSpc>
                <a:spcPct val="137867"/>
              </a:lnSpc>
              <a:spcBef>
                <a:spcPts val="100"/>
              </a:spcBef>
              <a:defRPr sz="800">
                <a:solidFill>
                  <a:srgbClr val="001141"/>
                </a:solidFill>
                <a:latin typeface="IBM Plex Sans Medm"/>
                <a:ea typeface="IBM Plex Sans Medm"/>
                <a:cs typeface="IBM Plex Sans Medm"/>
                <a:sym typeface="IBM Plex Sans Medium"/>
              </a:defRPr>
            </a:pPr>
            <a:r>
              <a:rPr lang="de-DE" sz="800" b="1" dirty="0" err="1"/>
              <a:t>Created</a:t>
            </a:r>
            <a:r>
              <a:rPr lang="de-DE" sz="800" b="1" dirty="0"/>
              <a:t> </a:t>
            </a:r>
            <a:r>
              <a:rPr lang="de-DE" sz="800" b="1" dirty="0" err="1"/>
              <a:t>with</a:t>
            </a:r>
            <a:endParaRPr lang="de-DE" sz="800" b="1" dirty="0"/>
          </a:p>
          <a:p>
            <a:pPr defTabSz="12700">
              <a:buSzPct val="100000"/>
              <a:defRPr sz="800" u="sng">
                <a:solidFill>
                  <a:srgbClr val="00164E"/>
                </a:solidFill>
                <a:uFill>
                  <a:solidFill>
                    <a:srgbClr val="0F62FE"/>
                  </a:solidFill>
                </a:uFill>
                <a:latin typeface="IBM Plex Sans Medm"/>
                <a:ea typeface="IBM Plex Sans Medm"/>
                <a:cs typeface="IBM Plex Sans Medm"/>
                <a:sym typeface="IBM Plex Sans Medium"/>
              </a:defRPr>
            </a:pPr>
            <a:r>
              <a:rPr lang="de-DE" sz="800" u="sng" dirty="0" err="1">
                <a:solidFill>
                  <a:srgbClr val="0000FF"/>
                </a:solidFill>
                <a:uFill>
                  <a:solidFill>
                    <a:srgbClr val="0000FF"/>
                  </a:solidFill>
                </a:uFill>
                <a:latin typeface="IBM Plex Sans Medm"/>
                <a:sym typeface="IBM Plex Sans Medium"/>
              </a:rPr>
              <a:t>watsonx</a:t>
            </a:r>
            <a:r>
              <a:rPr lang="de-DE" sz="800" u="sng" dirty="0">
                <a:solidFill>
                  <a:srgbClr val="0000FF"/>
                </a:solidFill>
                <a:uFill>
                  <a:solidFill>
                    <a:srgbClr val="0000FF"/>
                  </a:solidFill>
                </a:uFill>
                <a:latin typeface="IBM Plex Sans Medm"/>
                <a:sym typeface="IBM Plex Sans Medium"/>
              </a:rPr>
              <a:t> </a:t>
            </a:r>
            <a:r>
              <a:rPr lang="de-DE" sz="800" u="sng" dirty="0" err="1">
                <a:solidFill>
                  <a:srgbClr val="0000FF"/>
                </a:solidFill>
                <a:uFill>
                  <a:solidFill>
                    <a:srgbClr val="0000FF"/>
                  </a:solidFill>
                </a:uFill>
                <a:latin typeface="IBM Plex Sans Medm"/>
                <a:sym typeface="IBM Plex Sans Medium"/>
              </a:rPr>
              <a:t>Orchestrate</a:t>
            </a:r>
            <a:endParaRPr lang="de-DE" sz="800" u="sng" dirty="0">
              <a:solidFill>
                <a:srgbClr val="0000FF"/>
              </a:solidFill>
              <a:uFill>
                <a:solidFill>
                  <a:srgbClr val="0000FF"/>
                </a:solidFill>
              </a:uFill>
              <a:latin typeface="IBM Plex Sans Medm"/>
              <a:sym typeface="IBM Plex Sans Medium"/>
            </a:endParaRPr>
          </a:p>
          <a:p>
            <a:pPr defTabSz="12700">
              <a:buSzPct val="100000"/>
              <a:defRPr sz="800" u="sng">
                <a:solidFill>
                  <a:srgbClr val="00164E"/>
                </a:solidFill>
                <a:uFill>
                  <a:solidFill>
                    <a:srgbClr val="0F62FE"/>
                  </a:solidFill>
                </a:uFill>
                <a:latin typeface="IBM Plex Sans Medm"/>
                <a:ea typeface="IBM Plex Sans Medm"/>
                <a:cs typeface="IBM Plex Sans Medm"/>
                <a:sym typeface="IBM Plex Sans Medium"/>
              </a:defRPr>
            </a:pPr>
            <a:r>
              <a:rPr lang="de-DE" sz="800" u="sng" dirty="0">
                <a:solidFill>
                  <a:srgbClr val="0000FF"/>
                </a:solidFill>
                <a:uFill>
                  <a:solidFill>
                    <a:srgbClr val="0000FF"/>
                  </a:solidFill>
                </a:uFill>
                <a:latin typeface="IBM Plex Sans Medm"/>
                <a:sym typeface="IBM Plex Sans Medium"/>
              </a:rPr>
              <a:t>IBM Code Engine</a:t>
            </a:r>
            <a:endParaRPr lang="de-DE" sz="900" u="sng" dirty="0">
              <a:solidFill>
                <a:srgbClr val="0000FF"/>
              </a:solidFill>
              <a:uFill>
                <a:solidFill>
                  <a:srgbClr val="0000FF"/>
                </a:solidFill>
              </a:uFill>
              <a:latin typeface="IBM Plex Sans Medm"/>
              <a:sym typeface="IBM Plex Sans Medium"/>
            </a:endParaRPr>
          </a:p>
        </p:txBody>
      </p:sp>
      <p:sp>
        <p:nvSpPr>
          <p:cNvPr id="7" name="Footer Placeholder">
            <a:extLst>
              <a:ext uri="{FF2B5EF4-FFF2-40B4-BE49-F238E27FC236}">
                <a16:creationId xmlns:a16="http://schemas.microsoft.com/office/drawing/2014/main" id="{E0A79295-DABD-0676-8CD8-38310C7AD405}"/>
              </a:ext>
            </a:extLst>
          </p:cNvPr>
          <p:cNvSpPr txBox="1"/>
          <p:nvPr/>
        </p:nvSpPr>
        <p:spPr>
          <a:xfrm>
            <a:off x="228668" y="4837779"/>
            <a:ext cx="4114735" cy="92333"/>
          </a:xfrm>
          <a:prstGeom prst="rect">
            <a:avLst/>
          </a:prstGeom>
          <a:ln w="12700">
            <a:miter lim="400000"/>
          </a:ln>
          <a:extLst>
            <a:ext uri="{C572A759-6A51-4108-AA02-DFA0A04FC94B}">
              <ma14:wrappingTextBoxFlag xmlns:lc="http://schemas.openxmlformats.org/drawingml/2006/lockedCanvas" xmlns:m="http://schemas.openxmlformats.org/officeDocument/2006/math" xmlns:a14="http://schemas.microsoft.com/office/drawing/2010/main" xmlns:ma14="http://schemas.microsoft.com/office/mac/drawingml/2011/main" xmlns="" val="1"/>
            </a:ext>
          </a:extLst>
        </p:spPr>
        <p:txBody>
          <a:bodyPr wrap="square" lIns="0" tIns="0" rIns="0" bIns="0" anchor="ctr">
            <a:sp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685948"/>
            <a:r>
              <a:rPr lang="en-AU" sz="600" dirty="0">
                <a:solidFill>
                  <a:srgbClr val="000000"/>
                </a:solidFill>
                <a:latin typeface="IBM Plex Sans Light"/>
              </a:rPr>
              <a:t>IBM Client Engineering</a:t>
            </a:r>
            <a:r>
              <a:rPr sz="600" dirty="0">
                <a:solidFill>
                  <a:srgbClr val="000000"/>
                </a:solidFill>
                <a:latin typeface="IBM Plex Sans Light"/>
              </a:rPr>
              <a:t> / © </a:t>
            </a:r>
            <a:r>
              <a:rPr lang="en-US" sz="600" dirty="0">
                <a:solidFill>
                  <a:srgbClr val="000000"/>
                </a:solidFill>
                <a:latin typeface="IBM Plex Sans Light"/>
              </a:rPr>
              <a:t>2026</a:t>
            </a:r>
            <a:r>
              <a:rPr sz="600" dirty="0">
                <a:solidFill>
                  <a:srgbClr val="000000"/>
                </a:solidFill>
                <a:latin typeface="IBM Plex Sans Light"/>
              </a:rPr>
              <a:t> IBM Corporation</a:t>
            </a:r>
            <a:endParaRPr lang="en-US" sz="600" dirty="0">
              <a:solidFill>
                <a:srgbClr val="000000"/>
              </a:solidFill>
              <a:latin typeface="IBM Plex Sans Light"/>
            </a:endParaRPr>
          </a:p>
        </p:txBody>
      </p:sp>
      <p:sp>
        <p:nvSpPr>
          <p:cNvPr id="9" name="Text Placeholder 2">
            <a:extLst>
              <a:ext uri="{FF2B5EF4-FFF2-40B4-BE49-F238E27FC236}">
                <a16:creationId xmlns:a16="http://schemas.microsoft.com/office/drawing/2014/main" id="{9882FB59-6B8E-577D-4F5C-ACCFB9610FB7}"/>
              </a:ext>
            </a:extLst>
          </p:cNvPr>
          <p:cNvSpPr txBox="1"/>
          <p:nvPr/>
        </p:nvSpPr>
        <p:spPr>
          <a:xfrm>
            <a:off x="6223081" y="337628"/>
            <a:ext cx="2692889" cy="531814"/>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marL="171450" indent="-171450">
              <a:buFont typeface="Arial" panose="020B0604020202020204" pitchFamily="34" charset="0"/>
              <a:buChar char="•"/>
            </a:pPr>
            <a:r>
              <a:rPr lang="es-AR" sz="800" dirty="0" err="1"/>
              <a:t>Seamless</a:t>
            </a:r>
            <a:r>
              <a:rPr lang="es-AR" sz="800" dirty="0"/>
              <a:t> digital </a:t>
            </a:r>
            <a:r>
              <a:rPr lang="es-AR" sz="800" dirty="0" err="1"/>
              <a:t>transition</a:t>
            </a:r>
            <a:r>
              <a:rPr lang="es-AR" sz="800" dirty="0"/>
              <a:t> </a:t>
            </a:r>
            <a:r>
              <a:rPr lang="es-AR" sz="800" dirty="0" err="1"/>
              <a:t>providing</a:t>
            </a:r>
            <a:r>
              <a:rPr lang="es-AR" sz="800" dirty="0"/>
              <a:t> 24/7 self-service </a:t>
            </a:r>
            <a:r>
              <a:rPr lang="es-AR" sz="800" dirty="0" err="1"/>
              <a:t>assistance</a:t>
            </a:r>
            <a:r>
              <a:rPr lang="es-AR" sz="800" dirty="0"/>
              <a:t> </a:t>
            </a:r>
            <a:r>
              <a:rPr lang="es-AR" sz="800" dirty="0" err="1"/>
              <a:t>helping</a:t>
            </a:r>
            <a:r>
              <a:rPr lang="es-AR" sz="800" dirty="0"/>
              <a:t> </a:t>
            </a:r>
            <a:r>
              <a:rPr lang="es-AR" sz="800" dirty="0" err="1"/>
              <a:t>taxpayers</a:t>
            </a:r>
            <a:r>
              <a:rPr lang="es-AR" sz="800" dirty="0"/>
              <a:t> </a:t>
            </a:r>
            <a:r>
              <a:rPr lang="es-AR" sz="800" dirty="0" err="1"/>
              <a:t>adapt</a:t>
            </a:r>
            <a:r>
              <a:rPr lang="es-AR" sz="800" dirty="0"/>
              <a:t> </a:t>
            </a:r>
            <a:r>
              <a:rPr lang="es-AR" sz="800" dirty="0" err="1"/>
              <a:t>to</a:t>
            </a:r>
            <a:r>
              <a:rPr lang="es-AR" sz="800" dirty="0"/>
              <a:t> digital-</a:t>
            </a:r>
            <a:r>
              <a:rPr lang="es-AR" sz="800" dirty="0" err="1"/>
              <a:t>only</a:t>
            </a:r>
            <a:r>
              <a:rPr lang="es-AR" sz="800" dirty="0"/>
              <a:t> </a:t>
            </a:r>
            <a:r>
              <a:rPr lang="es-AR" sz="800" dirty="0" err="1"/>
              <a:t>billing</a:t>
            </a:r>
            <a:r>
              <a:rPr lang="es-AR" sz="800" dirty="0"/>
              <a:t> </a:t>
            </a:r>
            <a:r>
              <a:rPr lang="es-AR" sz="800" dirty="0" err="1"/>
              <a:t>without</a:t>
            </a:r>
            <a:r>
              <a:rPr lang="es-AR" sz="800" dirty="0"/>
              <a:t> </a:t>
            </a:r>
            <a:r>
              <a:rPr lang="es-AR" sz="800" dirty="0" err="1"/>
              <a:t>technical</a:t>
            </a:r>
            <a:r>
              <a:rPr lang="es-AR" sz="800" dirty="0"/>
              <a:t> </a:t>
            </a:r>
            <a:r>
              <a:rPr lang="es-AR" sz="800" dirty="0" err="1"/>
              <a:t>expertise</a:t>
            </a:r>
            <a:r>
              <a:rPr lang="es-AR" sz="800" dirty="0"/>
              <a:t>.</a:t>
            </a:r>
          </a:p>
          <a:p>
            <a:pPr marL="171450" indent="-171450">
              <a:buFont typeface="Arial" panose="020B0604020202020204" pitchFamily="34" charset="0"/>
              <a:buChar char="•"/>
            </a:pPr>
            <a:r>
              <a:rPr lang="es-AR" sz="800" dirty="0" err="1"/>
              <a:t>Operational</a:t>
            </a:r>
            <a:r>
              <a:rPr lang="es-AR" sz="800" dirty="0"/>
              <a:t> </a:t>
            </a:r>
            <a:r>
              <a:rPr lang="es-AR" sz="800" dirty="0" err="1"/>
              <a:t>efficiency</a:t>
            </a:r>
            <a:r>
              <a:rPr lang="es-AR" sz="800" dirty="0"/>
              <a:t>.</a:t>
            </a:r>
          </a:p>
          <a:p>
            <a:pPr marL="171450" indent="-171450">
              <a:buFont typeface="Arial" panose="020B0604020202020204" pitchFamily="34" charset="0"/>
              <a:buChar char="•"/>
            </a:pPr>
            <a:r>
              <a:rPr lang="es-AR" sz="800" dirty="0" err="1"/>
              <a:t>Enhanced</a:t>
            </a:r>
            <a:r>
              <a:rPr lang="es-AR" sz="800" dirty="0"/>
              <a:t> </a:t>
            </a:r>
            <a:r>
              <a:rPr lang="es-AR" sz="800" dirty="0" err="1"/>
              <a:t>taxpayer</a:t>
            </a:r>
            <a:r>
              <a:rPr lang="es-AR" sz="800" dirty="0"/>
              <a:t> </a:t>
            </a:r>
            <a:r>
              <a:rPr lang="es-AR" sz="800" dirty="0" err="1"/>
              <a:t>experience</a:t>
            </a:r>
            <a:r>
              <a:rPr lang="es-AR" sz="800" dirty="0"/>
              <a:t> </a:t>
            </a:r>
            <a:r>
              <a:rPr lang="es-AR" sz="800" dirty="0" err="1"/>
              <a:t>offering</a:t>
            </a:r>
            <a:r>
              <a:rPr lang="es-AR" sz="800" dirty="0"/>
              <a:t> </a:t>
            </a:r>
            <a:r>
              <a:rPr lang="es-AR" sz="800" dirty="0" err="1"/>
              <a:t>consolidated</a:t>
            </a:r>
            <a:r>
              <a:rPr lang="es-AR" sz="800" dirty="0"/>
              <a:t> </a:t>
            </a:r>
            <a:r>
              <a:rPr lang="es-AR" sz="800" dirty="0" err="1"/>
              <a:t>debt</a:t>
            </a:r>
            <a:r>
              <a:rPr lang="es-AR" sz="800" dirty="0"/>
              <a:t> </a:t>
            </a:r>
            <a:r>
              <a:rPr lang="es-AR" sz="800" dirty="0" err="1"/>
              <a:t>views</a:t>
            </a:r>
            <a:r>
              <a:rPr lang="es-AR" sz="800" dirty="0"/>
              <a:t>, proactive </a:t>
            </a:r>
            <a:r>
              <a:rPr lang="es-AR" sz="800" dirty="0" err="1"/>
              <a:t>alerts</a:t>
            </a:r>
            <a:r>
              <a:rPr lang="es-AR" sz="800" dirty="0"/>
              <a:t> </a:t>
            </a:r>
            <a:r>
              <a:rPr lang="es-AR" sz="800" dirty="0" err="1"/>
              <a:t>about</a:t>
            </a:r>
            <a:r>
              <a:rPr lang="es-AR" sz="800" dirty="0"/>
              <a:t> </a:t>
            </a:r>
            <a:r>
              <a:rPr lang="es-AR" sz="800" dirty="0" err="1"/>
              <a:t>overdue</a:t>
            </a:r>
            <a:r>
              <a:rPr lang="es-AR" sz="800" dirty="0"/>
              <a:t> </a:t>
            </a:r>
            <a:r>
              <a:rPr lang="es-AR" sz="800" dirty="0" err="1"/>
              <a:t>payments</a:t>
            </a:r>
            <a:r>
              <a:rPr lang="es-AR" sz="800" dirty="0"/>
              <a:t>, and </a:t>
            </a:r>
            <a:r>
              <a:rPr lang="es-AR" sz="800" dirty="0" err="1"/>
              <a:t>clear</a:t>
            </a:r>
            <a:r>
              <a:rPr lang="es-AR" sz="800" dirty="0"/>
              <a:t> </a:t>
            </a:r>
            <a:r>
              <a:rPr lang="es-AR" sz="800" dirty="0" err="1"/>
              <a:t>guidance</a:t>
            </a:r>
            <a:r>
              <a:rPr lang="es-AR" sz="800" dirty="0"/>
              <a:t> </a:t>
            </a:r>
            <a:r>
              <a:rPr lang="es-AR" sz="800" dirty="0" err="1"/>
              <a:t>on</a:t>
            </a:r>
            <a:r>
              <a:rPr lang="es-AR" sz="800" dirty="0"/>
              <a:t> </a:t>
            </a:r>
            <a:r>
              <a:rPr lang="es-AR" sz="800" dirty="0" err="1"/>
              <a:t>discounts</a:t>
            </a:r>
            <a:r>
              <a:rPr lang="es-AR" sz="800" dirty="0"/>
              <a:t> and </a:t>
            </a:r>
            <a:r>
              <a:rPr lang="es-AR" sz="800" dirty="0" err="1"/>
              <a:t>enrollment</a:t>
            </a:r>
            <a:r>
              <a:rPr lang="es-AR" sz="800" dirty="0"/>
              <a:t> </a:t>
            </a:r>
            <a:r>
              <a:rPr lang="es-AR" sz="800" dirty="0" err="1"/>
              <a:t>benefits</a:t>
            </a:r>
            <a:r>
              <a:rPr lang="es-AR" sz="800" dirty="0"/>
              <a:t>.</a:t>
            </a:r>
            <a:br>
              <a:rPr lang="es-AR" sz="800" dirty="0"/>
            </a:br>
            <a:endParaRPr lang="es-AR" sz="800" dirty="0"/>
          </a:p>
        </p:txBody>
      </p:sp>
      <p:sp>
        <p:nvSpPr>
          <p:cNvPr id="8" name="Textfeld 1">
            <a:extLst>
              <a:ext uri="{FF2B5EF4-FFF2-40B4-BE49-F238E27FC236}">
                <a16:creationId xmlns:a16="http://schemas.microsoft.com/office/drawing/2014/main" id="{E161810D-4EFD-A21C-76E8-61462242CB2C}"/>
              </a:ext>
            </a:extLst>
          </p:cNvPr>
          <p:cNvSpPr txBox="1"/>
          <p:nvPr/>
        </p:nvSpPr>
        <p:spPr>
          <a:xfrm>
            <a:off x="6210808" y="1384914"/>
            <a:ext cx="2398005" cy="233782"/>
          </a:xfrm>
          <a:prstGeom prst="rect">
            <a:avLst/>
          </a:prstGeom>
          <a:noFill/>
          <a:ln w="12700" cap="flat">
            <a:noFill/>
            <a:miter lim="400000"/>
          </a:ln>
          <a:effectLst/>
          <a:sp3d/>
        </p:spPr>
        <p:style>
          <a:lnRef idx="0">
            <a:scrgbClr r="0" g="0" b="0"/>
          </a:lnRef>
          <a:fillRef idx="0">
            <a:scrgbClr r="0" g="0" b="0"/>
          </a:fillRef>
          <a:effectRef idx="0">
            <a:scrgbClr r="0" g="0" b="0"/>
          </a:effectRef>
          <a:fontRef idx="none"/>
        </p:style>
        <p:txBody>
          <a:bodyPr wrap="square">
            <a:sp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defTabSz="12700">
              <a:lnSpc>
                <a:spcPts val="1200"/>
              </a:lnSpc>
              <a:spcBef>
                <a:spcPts val="100"/>
              </a:spcBef>
              <a:defRPr sz="800">
                <a:latin typeface="IBM Plex Sans Medm"/>
                <a:ea typeface="IBM Plex Sans Medm"/>
                <a:cs typeface="IBM Plex Sans Medm"/>
                <a:sym typeface="IBM Plex Sans Medium"/>
              </a:defRPr>
            </a:pPr>
            <a:r>
              <a:rPr lang="de-DE" sz="800" b="1" dirty="0">
                <a:latin typeface="IBM Plex Sans Medm"/>
                <a:sym typeface="IBM Plex Sans Medium"/>
              </a:rPr>
              <a:t>Value and Impact </a:t>
            </a:r>
            <a:r>
              <a:rPr lang="de-DE" sz="800" b="1" dirty="0" err="1">
                <a:latin typeface="IBM Plex Sans Medm"/>
                <a:sym typeface="IBM Plex Sans Medium"/>
              </a:rPr>
              <a:t>of</a:t>
            </a:r>
            <a:r>
              <a:rPr lang="de-DE" sz="800" b="1" dirty="0">
                <a:latin typeface="IBM Plex Sans Medm"/>
                <a:sym typeface="IBM Plex Sans Medium"/>
              </a:rPr>
              <a:t> Outcomes </a:t>
            </a:r>
            <a:r>
              <a:rPr lang="de-DE" sz="800" b="1" dirty="0" err="1">
                <a:latin typeface="IBM Plex Sans Medm"/>
                <a:sym typeface="IBM Plex Sans Medium"/>
              </a:rPr>
              <a:t>for</a:t>
            </a:r>
            <a:r>
              <a:rPr lang="de-DE" sz="800" b="1" dirty="0">
                <a:latin typeface="IBM Plex Sans Medm"/>
                <a:sym typeface="IBM Plex Sans Medium"/>
              </a:rPr>
              <a:t> IBM</a:t>
            </a:r>
          </a:p>
        </p:txBody>
      </p:sp>
      <p:sp>
        <p:nvSpPr>
          <p:cNvPr id="10" name="Text Placeholder 2">
            <a:extLst>
              <a:ext uri="{FF2B5EF4-FFF2-40B4-BE49-F238E27FC236}">
                <a16:creationId xmlns:a16="http://schemas.microsoft.com/office/drawing/2014/main" id="{DD8A4C79-338F-AA5C-FDD4-9B38D456A1A3}"/>
              </a:ext>
            </a:extLst>
          </p:cNvPr>
          <p:cNvSpPr txBox="1"/>
          <p:nvPr/>
        </p:nvSpPr>
        <p:spPr>
          <a:xfrm>
            <a:off x="6210809" y="1633287"/>
            <a:ext cx="2692889" cy="615304"/>
          </a:xfrm>
          <a:prstGeom prst="rect">
            <a:avLst/>
          </a:prstGeom>
          <a:noFill/>
          <a:ln w="12700" cap="flat">
            <a:noFill/>
            <a:miter lim="400000"/>
          </a:ln>
          <a:effectLst/>
          <a:extLst>
            <a:ext uri="{C572A759-6A51-4108-AA02-DFA0A04FC94B}">
              <ma14:wrappingTextBoxFlag xmlns:m="http://schemas.openxmlformats.org/officeDocument/2006/math" xmlns:a14="http://schemas.microsoft.com/office/drawing/2010/main" xmlns:ma14="http://schemas.microsoft.com/office/mac/drawingml/2011/main" xmlns="" val="1"/>
            </a:ext>
          </a:extLst>
        </p:spPr>
        <p:txBody>
          <a:bodyPr wrap="square" lIns="0" tIns="0" rIns="0" bIns="0" numCol="1" anchor="t">
            <a:noAutofit/>
          </a:bodyPr>
          <a:lstStyle>
            <a:defPPr marL="0" marR="0" indent="0" algn="l" defTabSz="121917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defRPr>
            </a:defPPr>
            <a:lvl1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1pPr>
            <a:lvl2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2pPr>
            <a:lvl3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3pPr>
            <a:lvl4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4pPr>
            <a:lvl5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5pPr>
            <a:lvl6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6pPr>
            <a:lvl7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7pPr>
            <a:lvl8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8pPr>
            <a:lvl9pPr marL="0" marR="0" indent="0" algn="l" defTabSz="914620" rtl="0" fontAlgn="auto" latinLnBrk="0" hangingPunct="0">
              <a:lnSpc>
                <a:spcPct val="100000"/>
              </a:lnSpc>
              <a:spcBef>
                <a:spcPts val="0"/>
              </a:spcBef>
              <a:spcAft>
                <a:spcPts val="0"/>
              </a:spcAft>
              <a:buClrTx/>
              <a:buSzTx/>
              <a:buFontTx/>
              <a:buNone/>
              <a:tabLst/>
              <a:defRPr kumimoji="0" sz="1733" b="0" i="0" u="none" strike="noStrike" cap="none" spc="0" normalizeH="0" baseline="0">
                <a:ln>
                  <a:noFill/>
                </a:ln>
                <a:solidFill>
                  <a:srgbClr val="FFFFFF"/>
                </a:solidFill>
                <a:effectLst/>
                <a:uFillTx/>
                <a:latin typeface="IBM Plex Sans"/>
                <a:ea typeface="IBM Plex Sans"/>
                <a:cs typeface="IBM Plex Sans"/>
                <a:sym typeface="IBM Plex Sans"/>
              </a:defRPr>
            </a:lvl9pPr>
          </a:lstStyle>
          <a:p>
            <a:pPr marL="171450" indent="-171450">
              <a:buFont typeface="Arial" panose="020B0604020202020204" pitchFamily="34" charset="0"/>
              <a:buChar char="•"/>
            </a:pPr>
            <a:r>
              <a:rPr lang="es-AR" sz="800" dirty="0" err="1"/>
              <a:t>Strategic</a:t>
            </a:r>
            <a:r>
              <a:rPr lang="es-AR" sz="800" dirty="0"/>
              <a:t> </a:t>
            </a:r>
            <a:r>
              <a:rPr lang="es-AR" sz="800" dirty="0" err="1"/>
              <a:t>positioning</a:t>
            </a:r>
            <a:r>
              <a:rPr lang="es-AR" sz="800" dirty="0"/>
              <a:t> </a:t>
            </a:r>
            <a:r>
              <a:rPr lang="es-AR" sz="800" dirty="0" err="1"/>
              <a:t>demonstrating</a:t>
            </a:r>
            <a:r>
              <a:rPr lang="es-AR" sz="800" dirty="0"/>
              <a:t> </a:t>
            </a:r>
            <a:r>
              <a:rPr lang="es-AR" sz="800" dirty="0" err="1"/>
              <a:t>IBM's</a:t>
            </a:r>
            <a:r>
              <a:rPr lang="es-AR" sz="800" dirty="0"/>
              <a:t> </a:t>
            </a:r>
            <a:r>
              <a:rPr lang="es-AR" sz="800" dirty="0" err="1"/>
              <a:t>capability</a:t>
            </a:r>
            <a:r>
              <a:rPr lang="es-AR" sz="800" dirty="0"/>
              <a:t> </a:t>
            </a:r>
            <a:r>
              <a:rPr lang="es-AR" sz="800" dirty="0" err="1"/>
              <a:t>to</a:t>
            </a:r>
            <a:r>
              <a:rPr lang="es-AR" sz="800" dirty="0"/>
              <a:t> </a:t>
            </a:r>
            <a:r>
              <a:rPr lang="es-AR" sz="800" dirty="0" err="1"/>
              <a:t>deliver</a:t>
            </a:r>
            <a:r>
              <a:rPr lang="es-AR" sz="800" dirty="0"/>
              <a:t> </a:t>
            </a:r>
            <a:r>
              <a:rPr lang="es-AR" sz="800" dirty="0" err="1"/>
              <a:t>end-to-end</a:t>
            </a:r>
            <a:r>
              <a:rPr lang="es-AR" sz="800" dirty="0"/>
              <a:t> AI </a:t>
            </a:r>
            <a:r>
              <a:rPr lang="es-AR" sz="800" dirty="0" err="1"/>
              <a:t>solutions</a:t>
            </a:r>
            <a:r>
              <a:rPr lang="es-AR" sz="800" dirty="0"/>
              <a:t> </a:t>
            </a:r>
            <a:r>
              <a:rPr lang="es-AR" sz="800" dirty="0" err="1"/>
              <a:t>for</a:t>
            </a:r>
            <a:r>
              <a:rPr lang="es-AR" sz="800" dirty="0"/>
              <a:t> </a:t>
            </a:r>
            <a:r>
              <a:rPr lang="es-AR" sz="800" dirty="0" err="1"/>
              <a:t>public</a:t>
            </a:r>
            <a:r>
              <a:rPr lang="es-AR" sz="800" dirty="0"/>
              <a:t> sector digital </a:t>
            </a:r>
            <a:r>
              <a:rPr lang="es-AR" sz="800" dirty="0" err="1"/>
              <a:t>transformation</a:t>
            </a:r>
            <a:r>
              <a:rPr lang="es-AR" sz="800" dirty="0"/>
              <a:t> in Argentina.</a:t>
            </a:r>
          </a:p>
          <a:p>
            <a:pPr marL="171450" indent="-171450">
              <a:buFont typeface="Arial" panose="020B0604020202020204" pitchFamily="34" charset="0"/>
              <a:buChar char="•"/>
            </a:pPr>
            <a:r>
              <a:rPr lang="es-AR" sz="800" dirty="0" err="1"/>
              <a:t>Platform</a:t>
            </a:r>
            <a:r>
              <a:rPr lang="es-AR" sz="800" dirty="0"/>
              <a:t> </a:t>
            </a:r>
            <a:r>
              <a:rPr lang="es-AR" sz="800" dirty="0" err="1"/>
              <a:t>validation</a:t>
            </a:r>
            <a:r>
              <a:rPr lang="es-AR" sz="800" dirty="0"/>
              <a:t> </a:t>
            </a:r>
            <a:r>
              <a:rPr lang="es-AR" sz="800" dirty="0" err="1"/>
              <a:t>showcasing</a:t>
            </a:r>
            <a:r>
              <a:rPr lang="es-AR" sz="800" dirty="0"/>
              <a:t> </a:t>
            </a:r>
            <a:r>
              <a:rPr lang="es-AR" sz="800" dirty="0" err="1"/>
              <a:t>watsonx</a:t>
            </a:r>
            <a:r>
              <a:rPr lang="es-AR" sz="800" dirty="0"/>
              <a:t> </a:t>
            </a:r>
            <a:r>
              <a:rPr lang="es-AR" sz="800" dirty="0" err="1"/>
              <a:t>Orchestrate's</a:t>
            </a:r>
            <a:r>
              <a:rPr lang="es-AR" sz="800" dirty="0"/>
              <a:t> </a:t>
            </a:r>
            <a:r>
              <a:rPr lang="es-AR" sz="800" dirty="0" err="1"/>
              <a:t>multi-agent</a:t>
            </a:r>
            <a:r>
              <a:rPr lang="es-AR" sz="800" dirty="0"/>
              <a:t> </a:t>
            </a:r>
            <a:r>
              <a:rPr lang="es-AR" sz="800" dirty="0" err="1"/>
              <a:t>architecture</a:t>
            </a:r>
            <a:r>
              <a:rPr lang="es-AR" sz="800" dirty="0"/>
              <a:t> </a:t>
            </a:r>
            <a:r>
              <a:rPr lang="es-AR" sz="800" dirty="0" err="1"/>
              <a:t>effectiveness</a:t>
            </a:r>
            <a:r>
              <a:rPr lang="es-AR" sz="800" dirty="0"/>
              <a:t> in </a:t>
            </a:r>
            <a:r>
              <a:rPr lang="es-AR" sz="800" dirty="0" err="1"/>
              <a:t>handling</a:t>
            </a:r>
            <a:r>
              <a:rPr lang="es-AR" sz="800" dirty="0"/>
              <a:t> </a:t>
            </a:r>
            <a:r>
              <a:rPr lang="es-AR" sz="800" dirty="0" err="1"/>
              <a:t>complex</a:t>
            </a:r>
            <a:r>
              <a:rPr lang="es-AR" sz="800" dirty="0"/>
              <a:t> </a:t>
            </a:r>
            <a:r>
              <a:rPr lang="es-AR" sz="800" dirty="0" err="1"/>
              <a:t>conversational</a:t>
            </a:r>
            <a:r>
              <a:rPr lang="es-AR" sz="800" dirty="0"/>
              <a:t> </a:t>
            </a:r>
            <a:r>
              <a:rPr lang="es-AR" sz="800" dirty="0" err="1"/>
              <a:t>flows</a:t>
            </a:r>
            <a:r>
              <a:rPr lang="es-AR" sz="800" dirty="0"/>
              <a:t> </a:t>
            </a:r>
            <a:r>
              <a:rPr lang="es-AR" sz="800" dirty="0" err="1"/>
              <a:t>with</a:t>
            </a:r>
            <a:r>
              <a:rPr lang="es-AR" sz="800" dirty="0"/>
              <a:t> </a:t>
            </a:r>
            <a:r>
              <a:rPr lang="es-AR" sz="800" dirty="0" err="1"/>
              <a:t>specialized</a:t>
            </a:r>
            <a:r>
              <a:rPr lang="es-AR" sz="800" dirty="0"/>
              <a:t> </a:t>
            </a:r>
            <a:r>
              <a:rPr lang="es-AR" sz="800" dirty="0" err="1"/>
              <a:t>agents</a:t>
            </a:r>
            <a:r>
              <a:rPr lang="es-AR" sz="800" dirty="0"/>
              <a:t>.</a:t>
            </a:r>
          </a:p>
          <a:p>
            <a:pPr marL="171450" indent="-171450">
              <a:buFont typeface="Arial" panose="020B0604020202020204" pitchFamily="34" charset="0"/>
              <a:buChar char="•"/>
            </a:pPr>
            <a:r>
              <a:rPr lang="es-AR" sz="800" dirty="0" err="1"/>
              <a:t>Revenue</a:t>
            </a:r>
            <a:r>
              <a:rPr lang="es-AR" sz="800" dirty="0"/>
              <a:t> </a:t>
            </a:r>
            <a:r>
              <a:rPr lang="es-AR" sz="800" dirty="0" err="1"/>
              <a:t>opportunity</a:t>
            </a:r>
            <a:r>
              <a:rPr lang="es-AR" sz="800" dirty="0"/>
              <a:t> </a:t>
            </a:r>
            <a:r>
              <a:rPr lang="es-AR" sz="800" dirty="0" err="1"/>
              <a:t>establishing</a:t>
            </a:r>
            <a:r>
              <a:rPr lang="es-AR" sz="800" dirty="0"/>
              <a:t> </a:t>
            </a:r>
            <a:r>
              <a:rPr lang="es-AR" sz="800" dirty="0" err="1"/>
              <a:t>foundation</a:t>
            </a:r>
            <a:r>
              <a:rPr lang="es-AR" sz="800" dirty="0"/>
              <a:t> </a:t>
            </a:r>
            <a:r>
              <a:rPr lang="es-AR" sz="800" dirty="0" err="1"/>
              <a:t>for</a:t>
            </a:r>
            <a:r>
              <a:rPr lang="es-AR" sz="800" dirty="0"/>
              <a:t> </a:t>
            </a:r>
            <a:r>
              <a:rPr lang="es-AR" sz="800" dirty="0" err="1"/>
              <a:t>license</a:t>
            </a:r>
            <a:r>
              <a:rPr lang="es-AR" sz="800" dirty="0"/>
              <a:t> </a:t>
            </a:r>
            <a:r>
              <a:rPr lang="es-AR" sz="800" dirty="0" err="1"/>
              <a:t>acquisition</a:t>
            </a:r>
            <a:r>
              <a:rPr lang="es-AR" sz="800" dirty="0"/>
              <a:t> and </a:t>
            </a:r>
            <a:r>
              <a:rPr lang="es-AR" sz="800" dirty="0" err="1"/>
              <a:t>long-term</a:t>
            </a:r>
            <a:r>
              <a:rPr lang="es-AR" sz="800" dirty="0"/>
              <a:t> </a:t>
            </a:r>
            <a:r>
              <a:rPr lang="es-AR" sz="800" dirty="0" err="1"/>
              <a:t>engagement</a:t>
            </a:r>
            <a:r>
              <a:rPr lang="es-AR" sz="800" dirty="0"/>
              <a:t>.</a:t>
            </a:r>
            <a:endParaRPr lang="es-PE" sz="788" dirty="0">
              <a:solidFill>
                <a:schemeClr val="accent5"/>
              </a:solidFill>
              <a:latin typeface="+mn-lt"/>
            </a:endParaRPr>
          </a:p>
        </p:txBody>
      </p:sp>
      <p:sp>
        <p:nvSpPr>
          <p:cNvPr id="3" name="Text Placeholder 10">
            <a:extLst>
              <a:ext uri="{FF2B5EF4-FFF2-40B4-BE49-F238E27FC236}">
                <a16:creationId xmlns:a16="http://schemas.microsoft.com/office/drawing/2014/main" id="{BC6686B8-21E4-D545-B9BA-8042D203AF23}"/>
              </a:ext>
            </a:extLst>
          </p:cNvPr>
          <p:cNvSpPr/>
          <p:nvPr/>
        </p:nvSpPr>
        <p:spPr>
          <a:xfrm>
            <a:off x="6239542" y="2917905"/>
            <a:ext cx="2616455" cy="144594"/>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lIns="0" tIns="0" rIns="0" bIns="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1pPr>
            <a:lvl2pPr marL="0" marR="0" indent="34299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2pPr>
            <a:lvl3pPr marL="0" marR="0" indent="685982"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3pPr>
            <a:lvl4pPr marL="0" marR="0" indent="1028974"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4pPr>
            <a:lvl5pPr marL="0" marR="0" indent="1371965"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5pPr>
            <a:lvl6pPr marL="0" marR="0" indent="1714956"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6pPr>
            <a:lvl7pPr marL="0" marR="0" indent="2057948"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7pPr>
            <a:lvl8pPr marL="0" marR="0" indent="240094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8pPr>
            <a:lvl9pPr marL="0" marR="0" indent="274393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9pPr>
          </a:lstStyle>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de-DE" b="1" dirty="0"/>
              <a:t>ISC Project Link</a:t>
            </a:r>
            <a:br>
              <a:rPr lang="de-DE" dirty="0"/>
            </a:br>
            <a:r>
              <a:rPr lang="de-DE" dirty="0"/>
              <a:t>https://</a:t>
            </a:r>
            <a:r>
              <a:rPr lang="de-DE" dirty="0" err="1"/>
              <a:t>ibmsc.lightning.force.com</a:t>
            </a:r>
            <a:r>
              <a:rPr lang="de-DE" dirty="0"/>
              <a:t>/</a:t>
            </a:r>
            <a:r>
              <a:rPr lang="de-DE" dirty="0" err="1"/>
              <a:t>lightning</a:t>
            </a:r>
            <a:r>
              <a:rPr lang="de-DE" dirty="0"/>
              <a:t>/</a:t>
            </a:r>
            <a:r>
              <a:rPr lang="de-DE" dirty="0" err="1"/>
              <a:t>r</a:t>
            </a:r>
            <a:r>
              <a:rPr lang="de-DE" dirty="0"/>
              <a:t>/</a:t>
            </a:r>
            <a:r>
              <a:rPr lang="de-DE" dirty="0" err="1"/>
              <a:t>Opportunity</a:t>
            </a:r>
            <a:r>
              <a:rPr lang="de-DE" dirty="0"/>
              <a:t>/006gR000004P7SDQA0/</a:t>
            </a:r>
            <a:r>
              <a:rPr lang="de-DE" dirty="0" err="1"/>
              <a:t>view</a:t>
            </a:r>
            <a:endParaRPr lang="en-US" dirty="0"/>
          </a:p>
        </p:txBody>
      </p:sp>
      <p:sp>
        <p:nvSpPr>
          <p:cNvPr id="12" name="Text Placeholder 10">
            <a:extLst>
              <a:ext uri="{FF2B5EF4-FFF2-40B4-BE49-F238E27FC236}">
                <a16:creationId xmlns:a16="http://schemas.microsoft.com/office/drawing/2014/main" id="{56E04727-DF78-855A-824F-A7E55B794D1F}"/>
              </a:ext>
            </a:extLst>
          </p:cNvPr>
          <p:cNvSpPr/>
          <p:nvPr/>
        </p:nvSpPr>
        <p:spPr>
          <a:xfrm>
            <a:off x="6239543" y="3408265"/>
            <a:ext cx="1692844" cy="144594"/>
          </a:xfrm>
          <a:prstGeom prst="rect">
            <a:avLst/>
          </a:prstGeom>
          <a:ln w="12700">
            <a:miter lim="400000"/>
          </a:ln>
          <a:extLst>
            <a:ext uri="{C572A759-6A51-4108-AA02-DFA0A04FC94B}">
              <ma14:wrappingTextBoxFlag xmlns:lc="http://schemas.openxmlformats.org/drawingml/2006/lockedCanvas" xmlns="" xmlns:m="http://schemas.openxmlformats.org/officeDocument/2006/math" xmlns:a14="http://schemas.microsoft.com/office/drawing/2010/main" xmlns:ma14="http://schemas.microsoft.com/office/mac/drawingml/2011/main" val="1"/>
            </a:ext>
          </a:extLst>
        </p:spPr>
        <p:txBody>
          <a:bodyPr lIns="0" tIns="0" rIns="0" bIns="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1pPr>
            <a:lvl2pPr marL="0" marR="0" indent="34299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2pPr>
            <a:lvl3pPr marL="0" marR="0" indent="685982"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3pPr>
            <a:lvl4pPr marL="0" marR="0" indent="1028974"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4pPr>
            <a:lvl5pPr marL="0" marR="0" indent="1371965"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5pPr>
            <a:lvl6pPr marL="0" marR="0" indent="1714956"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6pPr>
            <a:lvl7pPr marL="0" marR="0" indent="2057948"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7pPr>
            <a:lvl8pPr marL="0" marR="0" indent="240094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8pPr>
            <a:lvl9pPr marL="0" marR="0" indent="274393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9pPr>
          </a:lstStyle>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de-DE" b="1" dirty="0"/>
              <a:t>Client Engineering Impact</a:t>
            </a:r>
            <a:endParaRPr lang="de-DE" b="1" dirty="0">
              <a:solidFill>
                <a:srgbClr val="000000"/>
              </a:solidFill>
            </a:endParaRPr>
          </a:p>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es-AR" dirty="0">
                <a:solidFill>
                  <a:srgbClr val="000000"/>
                </a:solidFill>
                <a:latin typeface="-apple-system"/>
              </a:rPr>
              <a:t>USD 80,000.00</a:t>
            </a:r>
            <a:endParaRPr lang="en-US" dirty="0">
              <a:solidFill>
                <a:srgbClr val="000000"/>
              </a:solidFill>
            </a:endParaRPr>
          </a:p>
        </p:txBody>
      </p:sp>
      <p:sp>
        <p:nvSpPr>
          <p:cNvPr id="14" name="Text Placeholder 10">
            <a:extLst>
              <a:ext uri="{FF2B5EF4-FFF2-40B4-BE49-F238E27FC236}">
                <a16:creationId xmlns:a16="http://schemas.microsoft.com/office/drawing/2014/main" id="{A8E219B1-DAB1-8B3D-0B66-7C95CF579D23}"/>
              </a:ext>
            </a:extLst>
          </p:cNvPr>
          <p:cNvSpPr/>
          <p:nvPr/>
        </p:nvSpPr>
        <p:spPr>
          <a:xfrm>
            <a:off x="6239543" y="3746409"/>
            <a:ext cx="1692844" cy="144594"/>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lIns="0" tIns="0" rIns="0" bIns="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1pPr>
            <a:lvl2pPr marL="0" marR="0" indent="34299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2pPr>
            <a:lvl3pPr marL="0" marR="0" indent="685982"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3pPr>
            <a:lvl4pPr marL="0" marR="0" indent="1028974"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4pPr>
            <a:lvl5pPr marL="0" marR="0" indent="1371965"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5pPr>
            <a:lvl6pPr marL="0" marR="0" indent="1714956"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6pPr>
            <a:lvl7pPr marL="0" marR="0" indent="2057948"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7pPr>
            <a:lvl8pPr marL="0" marR="0" indent="240094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8pPr>
            <a:lvl9pPr marL="0" marR="0" indent="274393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9pPr>
          </a:lstStyle>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de-DE" b="1" dirty="0"/>
              <a:t>Client Segment</a:t>
            </a:r>
          </a:p>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de-DE" dirty="0">
                <a:solidFill>
                  <a:srgbClr val="000000"/>
                </a:solidFill>
                <a:latin typeface="IBM Plex Sans"/>
              </a:rPr>
              <a:t>Horizon 2</a:t>
            </a:r>
            <a:endParaRPr lang="en-US" dirty="0">
              <a:solidFill>
                <a:srgbClr val="000000"/>
              </a:solidFill>
            </a:endParaRPr>
          </a:p>
        </p:txBody>
      </p:sp>
      <p:sp>
        <p:nvSpPr>
          <p:cNvPr id="15" name="Text Placeholder 10">
            <a:extLst>
              <a:ext uri="{FF2B5EF4-FFF2-40B4-BE49-F238E27FC236}">
                <a16:creationId xmlns:a16="http://schemas.microsoft.com/office/drawing/2014/main" id="{A78ECF5D-B488-420C-BE7C-72AEE27786D1}"/>
              </a:ext>
            </a:extLst>
          </p:cNvPr>
          <p:cNvSpPr/>
          <p:nvPr/>
        </p:nvSpPr>
        <p:spPr>
          <a:xfrm>
            <a:off x="6239543" y="4722745"/>
            <a:ext cx="2128596" cy="45719"/>
          </a:xfrm>
          <a:prstGeom prst="rect">
            <a:avLst/>
          </a:prstGeom>
          <a:ln w="12700">
            <a:miter lim="400000"/>
          </a:ln>
          <a:extLst>
            <a:ext uri="{C572A759-6A51-4108-AA02-DFA0A04FC94B}">
              <ma14:wrappingTextBoxFlag xmlns:lc="http://schemas.openxmlformats.org/drawingml/2006/lockedCanvas" xmlns:ma14="http://schemas.microsoft.com/office/mac/drawingml/2011/main" xmlns:a14="http://schemas.microsoft.com/office/drawing/2010/main" xmlns:m="http://schemas.openxmlformats.org/officeDocument/2006/math" xmlns="" val="1"/>
            </a:ext>
          </a:extLst>
        </p:spPr>
        <p:txBody>
          <a:bodyPr lIns="0" tIns="0" rIns="0" bIns="0" anchor="t"/>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1pPr>
            <a:lvl2pPr marL="0" marR="0" indent="34299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2pPr>
            <a:lvl3pPr marL="0" marR="0" indent="685982"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3pPr>
            <a:lvl4pPr marL="0" marR="0" indent="1028974"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4pPr>
            <a:lvl5pPr marL="0" marR="0" indent="1371965"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5pPr>
            <a:lvl6pPr marL="0" marR="0" indent="1714956"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6pPr>
            <a:lvl7pPr marL="0" marR="0" indent="2057948"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7pPr>
            <a:lvl8pPr marL="0" marR="0" indent="240094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8pPr>
            <a:lvl9pPr marL="0" marR="0" indent="2743931"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lvl9pPr>
          </a:lstStyle>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de-DE" b="1" dirty="0"/>
              <a:t>IBM Team </a:t>
            </a:r>
            <a:r>
              <a:rPr lang="de-DE" b="1" dirty="0" err="1"/>
              <a:t>Engaged</a:t>
            </a:r>
            <a:br>
              <a:rPr lang="de-DE" dirty="0"/>
            </a:br>
            <a:r>
              <a:rPr lang="es-ES" dirty="0">
                <a:latin typeface="IBM Plex Sans"/>
              </a:rPr>
              <a:t>Ignacio Ayerbe - AI Engineer</a:t>
            </a:r>
            <a:endParaRPr lang="de-DE" dirty="0"/>
          </a:p>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r>
              <a:rPr lang="es-ES" dirty="0">
                <a:latin typeface="IBM Plex Sans"/>
              </a:rPr>
              <a:t>Martina Perez - AI Engineer</a:t>
            </a:r>
          </a:p>
          <a:p>
            <a:pPr defTabSz="12700">
              <a:lnSpc>
                <a:spcPct val="94936"/>
              </a:lnSpc>
              <a:spcBef>
                <a:spcPts val="100"/>
              </a:spcBef>
              <a:defRPr sz="800">
                <a:solidFill>
                  <a:srgbClr val="001141"/>
                </a:solidFill>
                <a:latin typeface="IBM Plex Sans Medm"/>
                <a:ea typeface="IBM Plex Sans Medm"/>
                <a:cs typeface="IBM Plex Sans Medm"/>
                <a:sym typeface="IBM Plex Sans Medium"/>
              </a:defRPr>
            </a:pPr>
            <a:endParaRPr lang="es-ES" dirty="0">
              <a:latin typeface="IBM Plex Sans"/>
            </a:endParaRPr>
          </a:p>
        </p:txBody>
      </p:sp>
    </p:spTree>
    <p:extLst>
      <p:ext uri="{BB962C8B-B14F-4D97-AF65-F5344CB8AC3E}">
        <p14:creationId xmlns:p14="http://schemas.microsoft.com/office/powerpoint/2010/main" val="1247855972"/>
      </p:ext>
    </p:extLst>
  </p:cSld>
  <p:clrMapOvr>
    <a:masterClrMapping/>
  </p:clrMapOvr>
  <p:transition spd="med"/>
</p:sld>
</file>

<file path=ppt/theme/theme1.xml><?xml version="1.0" encoding="utf-8"?>
<a:theme xmlns:a="http://schemas.openxmlformats.org/drawingml/2006/main" name="IBM 2022 Master template">
  <a:themeElements>
    <a:clrScheme name="Benutzerdefiniert 1">
      <a:dk1>
        <a:srgbClr val="FFFFFF"/>
      </a:dk1>
      <a:lt1>
        <a:srgbClr val="FFFFFF"/>
      </a:lt1>
      <a:dk2>
        <a:srgbClr val="A7A7A7"/>
      </a:dk2>
      <a:lt2>
        <a:srgbClr val="535353"/>
      </a:lt2>
      <a:accent1>
        <a:srgbClr val="002D9C"/>
      </a:accent1>
      <a:accent2>
        <a:srgbClr val="0F62FE"/>
      </a:accent2>
      <a:accent3>
        <a:srgbClr val="82CFFF"/>
      </a:accent3>
      <a:accent4>
        <a:srgbClr val="9EF0F0"/>
      </a:accent4>
      <a:accent5>
        <a:srgbClr val="E0E0E0"/>
      </a:accent5>
      <a:accent6>
        <a:srgbClr val="FCF4D6"/>
      </a:accent6>
      <a:hlink>
        <a:srgbClr val="0000FF"/>
      </a:hlink>
      <a:folHlink>
        <a:srgbClr val="1100FF"/>
      </a:folHlink>
    </a:clrScheme>
    <a:fontScheme name="IBM 2022 Master template">
      <a:majorFont>
        <a:latin typeface="IBM Plex Sans Light"/>
        <a:ea typeface="IBM Plex Sans Light"/>
        <a:cs typeface="IBM Plex Sans Light"/>
      </a:majorFont>
      <a:minorFont>
        <a:latin typeface="IBM Plex Sans"/>
        <a:ea typeface="IBM Plex Sans"/>
        <a:cs typeface="IBM Plex Sans"/>
      </a:minorFont>
    </a:fontScheme>
    <a:fmtScheme name="IBM 2022 Master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t">
        <a:spAutoFit/>
      </a:bodyPr>
      <a:lstStyle>
        <a:def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IBM 2022 Master template">
  <a:themeElements>
    <a:clrScheme name="IBM 2022 Master template">
      <a:dk1>
        <a:srgbClr val="000000"/>
      </a:dk1>
      <a:lt1>
        <a:srgbClr val="FFFFFF"/>
      </a:lt1>
      <a:dk2>
        <a:srgbClr val="A7A7A7"/>
      </a:dk2>
      <a:lt2>
        <a:srgbClr val="535353"/>
      </a:lt2>
      <a:accent1>
        <a:srgbClr val="002D9C"/>
      </a:accent1>
      <a:accent2>
        <a:srgbClr val="0F62FE"/>
      </a:accent2>
      <a:accent3>
        <a:srgbClr val="82CFFF"/>
      </a:accent3>
      <a:accent4>
        <a:srgbClr val="9EF0F0"/>
      </a:accent4>
      <a:accent5>
        <a:srgbClr val="E0E0E0"/>
      </a:accent5>
      <a:accent6>
        <a:srgbClr val="FCF4D6"/>
      </a:accent6>
      <a:hlink>
        <a:srgbClr val="0000FF"/>
      </a:hlink>
      <a:folHlink>
        <a:srgbClr val="FF00FF"/>
      </a:folHlink>
    </a:clrScheme>
    <a:fontScheme name="IBM 2022 Master template">
      <a:majorFont>
        <a:latin typeface="IBM Plex Sans Light"/>
        <a:ea typeface="IBM Plex Sans Light"/>
        <a:cs typeface="IBM Plex Sans Light"/>
      </a:majorFont>
      <a:minorFont>
        <a:latin typeface="IBM Plex Sans"/>
        <a:ea typeface="IBM Plex Sans"/>
        <a:cs typeface="IBM Plex Sans"/>
      </a:minorFont>
    </a:fontScheme>
    <a:fmtScheme name="IBM 2022 Master templa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25400" cap="flat">
          <a:solidFill>
            <a:schemeClr val="accent1"/>
          </a:solidFill>
          <a:prstDash val="solid"/>
          <a:round/>
        </a:ln>
        <a:effectLst/>
        <a:sp3d/>
      </a:spPr>
      <a:bodyPr rot="0" spcFirstLastPara="1" vertOverflow="overflow" horzOverflow="overflow" vert="horz" wrap="square" lIns="91439" tIns="91439" rIns="91439" bIns="91439" numCol="1" spcCol="38100" rtlCol="0" anchor="t">
        <a:spAutoFit/>
      </a:bodyPr>
      <a:lstStyle>
        <a:def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91439" tIns="91439" rIns="91439" bIns="91439" numCol="1" spcCol="38100" rtlCol="0" anchor="t">
        <a:spAutoFit/>
      </a:bodyPr>
      <a:lstStyle>
        <a:defPPr marL="0" marR="0" indent="0" algn="l" defTabSz="685982" rtl="0" fontAlgn="auto" latinLnBrk="0" hangingPunct="0">
          <a:lnSpc>
            <a:spcPct val="100000"/>
          </a:lnSpc>
          <a:spcBef>
            <a:spcPts val="0"/>
          </a:spcBef>
          <a:spcAft>
            <a:spcPts val="0"/>
          </a:spcAft>
          <a:buClrTx/>
          <a:buSzTx/>
          <a:buFontTx/>
          <a:buNone/>
          <a:tabLst/>
          <a:defRPr kumimoji="0" sz="1300" b="0" i="0" u="none" strike="noStrike" cap="none" spc="0" normalizeH="0" baseline="0">
            <a:ln>
              <a:noFill/>
            </a:ln>
            <a:solidFill>
              <a:srgbClr val="FFFFFF"/>
            </a:solidFill>
            <a:effectLst/>
            <a:uFillTx/>
            <a:latin typeface="+mj-lt"/>
            <a:ea typeface="+mj-ea"/>
            <a:cs typeface="+mj-cs"/>
            <a:sym typeface="IBM Plex Sans Light"/>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6912</TotalTime>
  <Words>502</Words>
  <Application>Microsoft Macintosh PowerPoint</Application>
  <PresentationFormat>Presentación en pantalla (16:9)</PresentationFormat>
  <Paragraphs>33</Paragraphs>
  <Slides>1</Slides>
  <Notes>1</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vt:i4>
      </vt:variant>
    </vt:vector>
  </HeadingPairs>
  <TitlesOfParts>
    <vt:vector size="7" baseType="lpstr">
      <vt:lpstr>-apple-system</vt:lpstr>
      <vt:lpstr>Arial</vt:lpstr>
      <vt:lpstr>IBM Plex Sans</vt:lpstr>
      <vt:lpstr>IBM Plex Sans Light</vt:lpstr>
      <vt:lpstr>IBM Plex Sans Medm</vt:lpstr>
      <vt:lpstr>IBM 2022 Master template</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Martina Perez</cp:lastModifiedBy>
  <cp:revision>1283</cp:revision>
  <dcterms:modified xsi:type="dcterms:W3CDTF">2026-05-15T19:29:25Z</dcterms:modified>
</cp:coreProperties>
</file>